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93400" cy="7562850"/>
  <p:notesSz cx="10693400" cy="75628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30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2C2B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2C2B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2C2B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565" y="427005"/>
            <a:ext cx="9632269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2C2B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200" y="2514003"/>
            <a:ext cx="9636998" cy="2990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691999" cy="7559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04"/>
            <a:ext cx="10692130" cy="7556500"/>
          </a:xfrm>
          <a:custGeom>
            <a:avLst/>
            <a:gdLst/>
            <a:ahLst/>
            <a:cxnLst/>
            <a:rect l="l" t="t" r="r" b="b"/>
            <a:pathLst>
              <a:path w="10692130" h="7556500">
                <a:moveTo>
                  <a:pt x="5820" y="6616700"/>
                </a:moveTo>
                <a:lnTo>
                  <a:pt x="0" y="6616700"/>
                </a:lnTo>
                <a:lnTo>
                  <a:pt x="0" y="7556500"/>
                </a:lnTo>
                <a:lnTo>
                  <a:pt x="10692003" y="7556500"/>
                </a:lnTo>
                <a:lnTo>
                  <a:pt x="10692003" y="6819900"/>
                </a:lnTo>
                <a:lnTo>
                  <a:pt x="1448030" y="6819900"/>
                </a:lnTo>
                <a:lnTo>
                  <a:pt x="1400110" y="6807200"/>
                </a:lnTo>
                <a:lnTo>
                  <a:pt x="1209273" y="6807200"/>
                </a:lnTo>
                <a:lnTo>
                  <a:pt x="1161779" y="6794500"/>
                </a:lnTo>
                <a:lnTo>
                  <a:pt x="1067056" y="6794500"/>
                </a:lnTo>
                <a:lnTo>
                  <a:pt x="1019830" y="6781800"/>
                </a:lnTo>
                <a:lnTo>
                  <a:pt x="925652" y="6781800"/>
                </a:lnTo>
                <a:lnTo>
                  <a:pt x="878703" y="6769100"/>
                </a:lnTo>
                <a:lnTo>
                  <a:pt x="831848" y="6769100"/>
                </a:lnTo>
                <a:lnTo>
                  <a:pt x="785089" y="6756400"/>
                </a:lnTo>
                <a:lnTo>
                  <a:pt x="738426" y="6756400"/>
                </a:lnTo>
                <a:lnTo>
                  <a:pt x="691861" y="6743700"/>
                </a:lnTo>
                <a:lnTo>
                  <a:pt x="645395" y="6743700"/>
                </a:lnTo>
                <a:lnTo>
                  <a:pt x="599028" y="6731000"/>
                </a:lnTo>
                <a:lnTo>
                  <a:pt x="552763" y="6731000"/>
                </a:lnTo>
                <a:lnTo>
                  <a:pt x="460538" y="6705600"/>
                </a:lnTo>
                <a:lnTo>
                  <a:pt x="414581" y="6705600"/>
                </a:lnTo>
                <a:lnTo>
                  <a:pt x="322983" y="6680200"/>
                </a:lnTo>
                <a:lnTo>
                  <a:pt x="277344" y="6680200"/>
                </a:lnTo>
                <a:lnTo>
                  <a:pt x="141081" y="6642100"/>
                </a:lnTo>
                <a:lnTo>
                  <a:pt x="95881" y="6642100"/>
                </a:lnTo>
                <a:lnTo>
                  <a:pt x="5820" y="6616700"/>
                </a:lnTo>
                <a:close/>
              </a:path>
              <a:path w="10692130" h="7556500">
                <a:moveTo>
                  <a:pt x="10692003" y="0"/>
                </a:moveTo>
                <a:lnTo>
                  <a:pt x="8662482" y="0"/>
                </a:lnTo>
                <a:lnTo>
                  <a:pt x="8661695" y="38100"/>
                </a:lnTo>
                <a:lnTo>
                  <a:pt x="8660229" y="88900"/>
                </a:lnTo>
                <a:lnTo>
                  <a:pt x="8658441" y="127000"/>
                </a:lnTo>
                <a:lnTo>
                  <a:pt x="8656331" y="177800"/>
                </a:lnTo>
                <a:lnTo>
                  <a:pt x="8653900" y="228600"/>
                </a:lnTo>
                <a:lnTo>
                  <a:pt x="8651150" y="279400"/>
                </a:lnTo>
                <a:lnTo>
                  <a:pt x="8648081" y="317500"/>
                </a:lnTo>
                <a:lnTo>
                  <a:pt x="8644695" y="368300"/>
                </a:lnTo>
                <a:lnTo>
                  <a:pt x="8640992" y="419100"/>
                </a:lnTo>
                <a:lnTo>
                  <a:pt x="8636974" y="469900"/>
                </a:lnTo>
                <a:lnTo>
                  <a:pt x="8632641" y="508000"/>
                </a:lnTo>
                <a:lnTo>
                  <a:pt x="8627995" y="558800"/>
                </a:lnTo>
                <a:lnTo>
                  <a:pt x="8623037" y="609600"/>
                </a:lnTo>
                <a:lnTo>
                  <a:pt x="8617768" y="647700"/>
                </a:lnTo>
                <a:lnTo>
                  <a:pt x="8612188" y="698500"/>
                </a:lnTo>
                <a:lnTo>
                  <a:pt x="8606300" y="749300"/>
                </a:lnTo>
                <a:lnTo>
                  <a:pt x="8600103" y="787400"/>
                </a:lnTo>
                <a:lnTo>
                  <a:pt x="8593599" y="838200"/>
                </a:lnTo>
                <a:lnTo>
                  <a:pt x="8586790" y="889000"/>
                </a:lnTo>
                <a:lnTo>
                  <a:pt x="8579675" y="927100"/>
                </a:lnTo>
                <a:lnTo>
                  <a:pt x="8572257" y="977900"/>
                </a:lnTo>
                <a:lnTo>
                  <a:pt x="8564536" y="1028700"/>
                </a:lnTo>
                <a:lnTo>
                  <a:pt x="8556513" y="1066800"/>
                </a:lnTo>
                <a:lnTo>
                  <a:pt x="8548189" y="1117600"/>
                </a:lnTo>
                <a:lnTo>
                  <a:pt x="8539566" y="1168400"/>
                </a:lnTo>
                <a:lnTo>
                  <a:pt x="8530644" y="1206500"/>
                </a:lnTo>
                <a:lnTo>
                  <a:pt x="8521425" y="1257300"/>
                </a:lnTo>
                <a:lnTo>
                  <a:pt x="8511909" y="1295400"/>
                </a:lnTo>
                <a:lnTo>
                  <a:pt x="8502098" y="1346200"/>
                </a:lnTo>
                <a:lnTo>
                  <a:pt x="8491992" y="1397000"/>
                </a:lnTo>
                <a:lnTo>
                  <a:pt x="8481593" y="1435100"/>
                </a:lnTo>
                <a:lnTo>
                  <a:pt x="8470902" y="1485900"/>
                </a:lnTo>
                <a:lnTo>
                  <a:pt x="8459919" y="1524000"/>
                </a:lnTo>
                <a:lnTo>
                  <a:pt x="8448647" y="1574800"/>
                </a:lnTo>
                <a:lnTo>
                  <a:pt x="8437085" y="1612900"/>
                </a:lnTo>
                <a:lnTo>
                  <a:pt x="8425235" y="1663700"/>
                </a:lnTo>
                <a:lnTo>
                  <a:pt x="8413099" y="1701800"/>
                </a:lnTo>
                <a:lnTo>
                  <a:pt x="8400676" y="1752600"/>
                </a:lnTo>
                <a:lnTo>
                  <a:pt x="8387968" y="1790700"/>
                </a:lnTo>
                <a:lnTo>
                  <a:pt x="8374977" y="1841500"/>
                </a:lnTo>
                <a:lnTo>
                  <a:pt x="8361702" y="1879600"/>
                </a:lnTo>
                <a:lnTo>
                  <a:pt x="8348146" y="1930400"/>
                </a:lnTo>
                <a:lnTo>
                  <a:pt x="8334309" y="1968500"/>
                </a:lnTo>
                <a:lnTo>
                  <a:pt x="8320193" y="2019300"/>
                </a:lnTo>
                <a:lnTo>
                  <a:pt x="8305798" y="2057400"/>
                </a:lnTo>
                <a:lnTo>
                  <a:pt x="8291125" y="2095500"/>
                </a:lnTo>
                <a:lnTo>
                  <a:pt x="8276176" y="2146300"/>
                </a:lnTo>
                <a:lnTo>
                  <a:pt x="8260952" y="2184400"/>
                </a:lnTo>
                <a:lnTo>
                  <a:pt x="8245453" y="2235200"/>
                </a:lnTo>
                <a:lnTo>
                  <a:pt x="8229681" y="2273300"/>
                </a:lnTo>
                <a:lnTo>
                  <a:pt x="8213636" y="2311400"/>
                </a:lnTo>
                <a:lnTo>
                  <a:pt x="8197320" y="2362200"/>
                </a:lnTo>
                <a:lnTo>
                  <a:pt x="8180734" y="2400300"/>
                </a:lnTo>
                <a:lnTo>
                  <a:pt x="8163879" y="2438400"/>
                </a:lnTo>
                <a:lnTo>
                  <a:pt x="8146756" y="2489200"/>
                </a:lnTo>
                <a:lnTo>
                  <a:pt x="8129366" y="2527300"/>
                </a:lnTo>
                <a:lnTo>
                  <a:pt x="8111710" y="2565400"/>
                </a:lnTo>
                <a:lnTo>
                  <a:pt x="8093789" y="2616200"/>
                </a:lnTo>
                <a:lnTo>
                  <a:pt x="8075604" y="2654300"/>
                </a:lnTo>
                <a:lnTo>
                  <a:pt x="8057156" y="2692400"/>
                </a:lnTo>
                <a:lnTo>
                  <a:pt x="8038446" y="2730500"/>
                </a:lnTo>
                <a:lnTo>
                  <a:pt x="8019476" y="2781300"/>
                </a:lnTo>
                <a:lnTo>
                  <a:pt x="8000246" y="2819400"/>
                </a:lnTo>
                <a:lnTo>
                  <a:pt x="7980758" y="2857500"/>
                </a:lnTo>
                <a:lnTo>
                  <a:pt x="7961012" y="2895600"/>
                </a:lnTo>
                <a:lnTo>
                  <a:pt x="7941009" y="2933700"/>
                </a:lnTo>
                <a:lnTo>
                  <a:pt x="7920751" y="2984500"/>
                </a:lnTo>
                <a:lnTo>
                  <a:pt x="7900239" y="3022600"/>
                </a:lnTo>
                <a:lnTo>
                  <a:pt x="7879473" y="3060700"/>
                </a:lnTo>
                <a:lnTo>
                  <a:pt x="7858455" y="3098800"/>
                </a:lnTo>
                <a:lnTo>
                  <a:pt x="7837185" y="3136900"/>
                </a:lnTo>
                <a:lnTo>
                  <a:pt x="7815666" y="3175000"/>
                </a:lnTo>
                <a:lnTo>
                  <a:pt x="7793897" y="3225800"/>
                </a:lnTo>
                <a:lnTo>
                  <a:pt x="7771880" y="3263900"/>
                </a:lnTo>
                <a:lnTo>
                  <a:pt x="7749616" y="3302000"/>
                </a:lnTo>
                <a:lnTo>
                  <a:pt x="7727107" y="3340100"/>
                </a:lnTo>
                <a:lnTo>
                  <a:pt x="7704352" y="3378200"/>
                </a:lnTo>
                <a:lnTo>
                  <a:pt x="7681353" y="3416300"/>
                </a:lnTo>
                <a:lnTo>
                  <a:pt x="7658112" y="3454400"/>
                </a:lnTo>
                <a:lnTo>
                  <a:pt x="7634629" y="3492500"/>
                </a:lnTo>
                <a:lnTo>
                  <a:pt x="7610905" y="3530600"/>
                </a:lnTo>
                <a:lnTo>
                  <a:pt x="7586941" y="3568700"/>
                </a:lnTo>
                <a:lnTo>
                  <a:pt x="7562739" y="3606800"/>
                </a:lnTo>
                <a:lnTo>
                  <a:pt x="7538299" y="3644900"/>
                </a:lnTo>
                <a:lnTo>
                  <a:pt x="7513623" y="3683000"/>
                </a:lnTo>
                <a:lnTo>
                  <a:pt x="7488711" y="3721100"/>
                </a:lnTo>
                <a:lnTo>
                  <a:pt x="7463564" y="3759200"/>
                </a:lnTo>
                <a:lnTo>
                  <a:pt x="7438185" y="3797300"/>
                </a:lnTo>
                <a:lnTo>
                  <a:pt x="7412573" y="3835400"/>
                </a:lnTo>
                <a:lnTo>
                  <a:pt x="7386730" y="3873500"/>
                </a:lnTo>
                <a:lnTo>
                  <a:pt x="7360656" y="3898900"/>
                </a:lnTo>
                <a:lnTo>
                  <a:pt x="7334354" y="3937000"/>
                </a:lnTo>
                <a:lnTo>
                  <a:pt x="7307823" y="3975100"/>
                </a:lnTo>
                <a:lnTo>
                  <a:pt x="7281065" y="4013200"/>
                </a:lnTo>
                <a:lnTo>
                  <a:pt x="7254082" y="4051300"/>
                </a:lnTo>
                <a:lnTo>
                  <a:pt x="7226873" y="4089400"/>
                </a:lnTo>
                <a:lnTo>
                  <a:pt x="7199440" y="4114800"/>
                </a:lnTo>
                <a:lnTo>
                  <a:pt x="7171785" y="4152900"/>
                </a:lnTo>
                <a:lnTo>
                  <a:pt x="7143908" y="4191000"/>
                </a:lnTo>
                <a:lnTo>
                  <a:pt x="7115810" y="4229100"/>
                </a:lnTo>
                <a:lnTo>
                  <a:pt x="7087492" y="4254500"/>
                </a:lnTo>
                <a:lnTo>
                  <a:pt x="7058956" y="4292600"/>
                </a:lnTo>
                <a:lnTo>
                  <a:pt x="7001232" y="4368800"/>
                </a:lnTo>
                <a:lnTo>
                  <a:pt x="6972046" y="4394200"/>
                </a:lnTo>
                <a:lnTo>
                  <a:pt x="6913032" y="4470400"/>
                </a:lnTo>
                <a:lnTo>
                  <a:pt x="6883206" y="4495800"/>
                </a:lnTo>
                <a:lnTo>
                  <a:pt x="6853168" y="4533900"/>
                </a:lnTo>
                <a:lnTo>
                  <a:pt x="6822921" y="4559300"/>
                </a:lnTo>
                <a:lnTo>
                  <a:pt x="6761799" y="4635500"/>
                </a:lnTo>
                <a:lnTo>
                  <a:pt x="6730927" y="4660900"/>
                </a:lnTo>
                <a:lnTo>
                  <a:pt x="6699850" y="4699000"/>
                </a:lnTo>
                <a:lnTo>
                  <a:pt x="6668567" y="4724400"/>
                </a:lnTo>
                <a:lnTo>
                  <a:pt x="6637080" y="4762500"/>
                </a:lnTo>
                <a:lnTo>
                  <a:pt x="6605390" y="4787900"/>
                </a:lnTo>
                <a:lnTo>
                  <a:pt x="6573499" y="4826000"/>
                </a:lnTo>
                <a:lnTo>
                  <a:pt x="6541407" y="4851400"/>
                </a:lnTo>
                <a:lnTo>
                  <a:pt x="6509115" y="4889500"/>
                </a:lnTo>
                <a:lnTo>
                  <a:pt x="6476624" y="4914900"/>
                </a:lnTo>
                <a:lnTo>
                  <a:pt x="6443936" y="4953000"/>
                </a:lnTo>
                <a:lnTo>
                  <a:pt x="6377971" y="5003800"/>
                </a:lnTo>
                <a:lnTo>
                  <a:pt x="6344697" y="5041900"/>
                </a:lnTo>
                <a:lnTo>
                  <a:pt x="6277568" y="5092700"/>
                </a:lnTo>
                <a:lnTo>
                  <a:pt x="6243716" y="5130800"/>
                </a:lnTo>
                <a:lnTo>
                  <a:pt x="6141024" y="5207000"/>
                </a:lnTo>
                <a:lnTo>
                  <a:pt x="6106418" y="5245100"/>
                </a:lnTo>
                <a:lnTo>
                  <a:pt x="6001487" y="5321300"/>
                </a:lnTo>
                <a:lnTo>
                  <a:pt x="5966143" y="5359400"/>
                </a:lnTo>
                <a:lnTo>
                  <a:pt x="5894910" y="5410200"/>
                </a:lnTo>
                <a:lnTo>
                  <a:pt x="5713702" y="5537200"/>
                </a:lnTo>
                <a:lnTo>
                  <a:pt x="5490507" y="5689600"/>
                </a:lnTo>
                <a:lnTo>
                  <a:pt x="5261258" y="5842000"/>
                </a:lnTo>
                <a:lnTo>
                  <a:pt x="5222477" y="5854700"/>
                </a:lnTo>
                <a:lnTo>
                  <a:pt x="5105175" y="5930900"/>
                </a:lnTo>
                <a:lnTo>
                  <a:pt x="5065757" y="5943600"/>
                </a:lnTo>
                <a:lnTo>
                  <a:pt x="4986454" y="5994400"/>
                </a:lnTo>
                <a:lnTo>
                  <a:pt x="4946569" y="6007100"/>
                </a:lnTo>
                <a:lnTo>
                  <a:pt x="4866342" y="6057900"/>
                </a:lnTo>
                <a:lnTo>
                  <a:pt x="4826001" y="6070600"/>
                </a:lnTo>
                <a:lnTo>
                  <a:pt x="4744869" y="6121400"/>
                </a:lnTo>
                <a:lnTo>
                  <a:pt x="4704080" y="6134100"/>
                </a:lnTo>
                <a:lnTo>
                  <a:pt x="4663144" y="6159500"/>
                </a:lnTo>
                <a:lnTo>
                  <a:pt x="4622062" y="6172200"/>
                </a:lnTo>
                <a:lnTo>
                  <a:pt x="4580835" y="6197600"/>
                </a:lnTo>
                <a:lnTo>
                  <a:pt x="4539464" y="6210300"/>
                </a:lnTo>
                <a:lnTo>
                  <a:pt x="4497950" y="6235700"/>
                </a:lnTo>
                <a:lnTo>
                  <a:pt x="4414498" y="6261100"/>
                </a:lnTo>
                <a:lnTo>
                  <a:pt x="4372562" y="6286500"/>
                </a:lnTo>
                <a:lnTo>
                  <a:pt x="4330487" y="6299200"/>
                </a:lnTo>
                <a:lnTo>
                  <a:pt x="4288274" y="6324600"/>
                </a:lnTo>
                <a:lnTo>
                  <a:pt x="4160821" y="6362700"/>
                </a:lnTo>
                <a:lnTo>
                  <a:pt x="4118069" y="6388100"/>
                </a:lnTo>
                <a:lnTo>
                  <a:pt x="3989021" y="6426200"/>
                </a:lnTo>
                <a:lnTo>
                  <a:pt x="3945745" y="6451600"/>
                </a:lnTo>
                <a:lnTo>
                  <a:pt x="3281816" y="6642100"/>
                </a:lnTo>
                <a:lnTo>
                  <a:pt x="3236615" y="6642100"/>
                </a:lnTo>
                <a:lnTo>
                  <a:pt x="3100350" y="6680200"/>
                </a:lnTo>
                <a:lnTo>
                  <a:pt x="3054711" y="6680200"/>
                </a:lnTo>
                <a:lnTo>
                  <a:pt x="2963111" y="6705600"/>
                </a:lnTo>
                <a:lnTo>
                  <a:pt x="2917154" y="6705600"/>
                </a:lnTo>
                <a:lnTo>
                  <a:pt x="2824927" y="6731000"/>
                </a:lnTo>
                <a:lnTo>
                  <a:pt x="2778661" y="6731000"/>
                </a:lnTo>
                <a:lnTo>
                  <a:pt x="2732294" y="6743700"/>
                </a:lnTo>
                <a:lnTo>
                  <a:pt x="2685826" y="6743700"/>
                </a:lnTo>
                <a:lnTo>
                  <a:pt x="2639261" y="6756400"/>
                </a:lnTo>
                <a:lnTo>
                  <a:pt x="2592597" y="6756400"/>
                </a:lnTo>
                <a:lnTo>
                  <a:pt x="2545837" y="6769100"/>
                </a:lnTo>
                <a:lnTo>
                  <a:pt x="2498981" y="6769100"/>
                </a:lnTo>
                <a:lnTo>
                  <a:pt x="2452031" y="6781800"/>
                </a:lnTo>
                <a:lnTo>
                  <a:pt x="2357852" y="6781800"/>
                </a:lnTo>
                <a:lnTo>
                  <a:pt x="2310624" y="6794500"/>
                </a:lnTo>
                <a:lnTo>
                  <a:pt x="2215899" y="6794500"/>
                </a:lnTo>
                <a:lnTo>
                  <a:pt x="2168404" y="6807200"/>
                </a:lnTo>
                <a:lnTo>
                  <a:pt x="1977563" y="6807200"/>
                </a:lnTo>
                <a:lnTo>
                  <a:pt x="1929642" y="6819900"/>
                </a:lnTo>
                <a:lnTo>
                  <a:pt x="10692003" y="6819900"/>
                </a:lnTo>
                <a:lnTo>
                  <a:pt x="10692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7297" y="386365"/>
            <a:ext cx="4219575" cy="11658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915"/>
              </a:spcBef>
            </a:pPr>
            <a:r>
              <a:rPr sz="4050" spc="10" dirty="0">
                <a:solidFill>
                  <a:srgbClr val="FFFFFF"/>
                </a:solidFill>
              </a:rPr>
              <a:t>Presentation  </a:t>
            </a:r>
            <a:r>
              <a:rPr sz="4050" spc="-5" dirty="0">
                <a:solidFill>
                  <a:srgbClr val="FFFFFF"/>
                </a:solidFill>
              </a:rPr>
              <a:t>Title </a:t>
            </a:r>
            <a:r>
              <a:rPr sz="4050" spc="5" dirty="0">
                <a:solidFill>
                  <a:srgbClr val="FFFFFF"/>
                </a:solidFill>
              </a:rPr>
              <a:t>and</a:t>
            </a:r>
            <a:r>
              <a:rPr sz="4050" spc="-45" dirty="0">
                <a:solidFill>
                  <a:srgbClr val="FFFFFF"/>
                </a:solidFill>
              </a:rPr>
              <a:t> </a:t>
            </a:r>
            <a:r>
              <a:rPr sz="4050" spc="5" dirty="0">
                <a:solidFill>
                  <a:srgbClr val="FFFFFF"/>
                </a:solidFill>
              </a:rPr>
              <a:t>Context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540004" y="2063635"/>
            <a:ext cx="320230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Supporting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ethical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conduct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in financial</a:t>
            </a:r>
            <a:r>
              <a:rPr sz="1100" spc="-1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markets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004" y="2525737"/>
            <a:ext cx="1217930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MEMBERSHIP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004" y="2988055"/>
            <a:ext cx="160972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ETHICAL</a:t>
            </a:r>
            <a:r>
              <a:rPr sz="1100" spc="-10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CONDUCT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04" y="3450386"/>
            <a:ext cx="109029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0" dirty="0">
                <a:latin typeface="Arial"/>
                <a:cs typeface="Arial"/>
              </a:rPr>
              <a:t>EDUCATION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11993" y="2346109"/>
            <a:ext cx="180340" cy="5213985"/>
          </a:xfrm>
          <a:custGeom>
            <a:avLst/>
            <a:gdLst/>
            <a:ahLst/>
            <a:cxnLst/>
            <a:rect l="l" t="t" r="r" b="b"/>
            <a:pathLst>
              <a:path w="180340" h="5213984">
                <a:moveTo>
                  <a:pt x="0" y="5213896"/>
                </a:moveTo>
                <a:lnTo>
                  <a:pt x="179997" y="5213896"/>
                </a:lnTo>
                <a:lnTo>
                  <a:pt x="179997" y="0"/>
                </a:lnTo>
                <a:lnTo>
                  <a:pt x="0" y="0"/>
                </a:lnTo>
                <a:lnTo>
                  <a:pt x="0" y="5213896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1993" y="2063597"/>
            <a:ext cx="180340" cy="282575"/>
          </a:xfrm>
          <a:custGeom>
            <a:avLst/>
            <a:gdLst/>
            <a:ahLst/>
            <a:cxnLst/>
            <a:rect l="l" t="t" r="r" b="b"/>
            <a:pathLst>
              <a:path w="180340" h="282575">
                <a:moveTo>
                  <a:pt x="0" y="282486"/>
                </a:moveTo>
                <a:lnTo>
                  <a:pt x="179997" y="282486"/>
                </a:lnTo>
                <a:lnTo>
                  <a:pt x="179997" y="0"/>
                </a:lnTo>
                <a:lnTo>
                  <a:pt x="0" y="0"/>
                </a:lnTo>
                <a:lnTo>
                  <a:pt x="0" y="282486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046" y="6114313"/>
            <a:ext cx="2186952" cy="115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692000" cy="68938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04"/>
            <a:ext cx="10692130" cy="7556500"/>
          </a:xfrm>
          <a:custGeom>
            <a:avLst/>
            <a:gdLst/>
            <a:ahLst/>
            <a:cxnLst/>
            <a:rect l="l" t="t" r="r" b="b"/>
            <a:pathLst>
              <a:path w="10692130" h="7556500">
                <a:moveTo>
                  <a:pt x="5820" y="6616700"/>
                </a:moveTo>
                <a:lnTo>
                  <a:pt x="0" y="6616700"/>
                </a:lnTo>
                <a:lnTo>
                  <a:pt x="0" y="7556500"/>
                </a:lnTo>
                <a:lnTo>
                  <a:pt x="10692003" y="7556500"/>
                </a:lnTo>
                <a:lnTo>
                  <a:pt x="10692003" y="6819900"/>
                </a:lnTo>
                <a:lnTo>
                  <a:pt x="1448030" y="6819900"/>
                </a:lnTo>
                <a:lnTo>
                  <a:pt x="1400110" y="6807200"/>
                </a:lnTo>
                <a:lnTo>
                  <a:pt x="1209273" y="6807200"/>
                </a:lnTo>
                <a:lnTo>
                  <a:pt x="1161779" y="6794500"/>
                </a:lnTo>
                <a:lnTo>
                  <a:pt x="1067056" y="6794500"/>
                </a:lnTo>
                <a:lnTo>
                  <a:pt x="1019830" y="6781800"/>
                </a:lnTo>
                <a:lnTo>
                  <a:pt x="925652" y="6781800"/>
                </a:lnTo>
                <a:lnTo>
                  <a:pt x="878703" y="6769100"/>
                </a:lnTo>
                <a:lnTo>
                  <a:pt x="831848" y="6769100"/>
                </a:lnTo>
                <a:lnTo>
                  <a:pt x="785089" y="6756400"/>
                </a:lnTo>
                <a:lnTo>
                  <a:pt x="738426" y="6756400"/>
                </a:lnTo>
                <a:lnTo>
                  <a:pt x="691861" y="6743700"/>
                </a:lnTo>
                <a:lnTo>
                  <a:pt x="645395" y="6743700"/>
                </a:lnTo>
                <a:lnTo>
                  <a:pt x="599028" y="6731000"/>
                </a:lnTo>
                <a:lnTo>
                  <a:pt x="552763" y="6731000"/>
                </a:lnTo>
                <a:lnTo>
                  <a:pt x="460538" y="6705600"/>
                </a:lnTo>
                <a:lnTo>
                  <a:pt x="414581" y="6705600"/>
                </a:lnTo>
                <a:lnTo>
                  <a:pt x="322983" y="6680200"/>
                </a:lnTo>
                <a:lnTo>
                  <a:pt x="277344" y="6680200"/>
                </a:lnTo>
                <a:lnTo>
                  <a:pt x="141081" y="6642100"/>
                </a:lnTo>
                <a:lnTo>
                  <a:pt x="95881" y="6642100"/>
                </a:lnTo>
                <a:lnTo>
                  <a:pt x="5820" y="6616700"/>
                </a:lnTo>
                <a:close/>
              </a:path>
              <a:path w="10692130" h="7556500">
                <a:moveTo>
                  <a:pt x="10692003" y="0"/>
                </a:moveTo>
                <a:lnTo>
                  <a:pt x="8662482" y="0"/>
                </a:lnTo>
                <a:lnTo>
                  <a:pt x="8661695" y="38100"/>
                </a:lnTo>
                <a:lnTo>
                  <a:pt x="8660229" y="88900"/>
                </a:lnTo>
                <a:lnTo>
                  <a:pt x="8658441" y="127000"/>
                </a:lnTo>
                <a:lnTo>
                  <a:pt x="8656331" y="177800"/>
                </a:lnTo>
                <a:lnTo>
                  <a:pt x="8653900" y="228600"/>
                </a:lnTo>
                <a:lnTo>
                  <a:pt x="8651150" y="279400"/>
                </a:lnTo>
                <a:lnTo>
                  <a:pt x="8648081" y="317500"/>
                </a:lnTo>
                <a:lnTo>
                  <a:pt x="8644695" y="368300"/>
                </a:lnTo>
                <a:lnTo>
                  <a:pt x="8640992" y="419100"/>
                </a:lnTo>
                <a:lnTo>
                  <a:pt x="8636974" y="469900"/>
                </a:lnTo>
                <a:lnTo>
                  <a:pt x="8632641" y="508000"/>
                </a:lnTo>
                <a:lnTo>
                  <a:pt x="8627995" y="558800"/>
                </a:lnTo>
                <a:lnTo>
                  <a:pt x="8623037" y="609600"/>
                </a:lnTo>
                <a:lnTo>
                  <a:pt x="8617768" y="647700"/>
                </a:lnTo>
                <a:lnTo>
                  <a:pt x="8612188" y="698500"/>
                </a:lnTo>
                <a:lnTo>
                  <a:pt x="8606300" y="749300"/>
                </a:lnTo>
                <a:lnTo>
                  <a:pt x="8600103" y="787400"/>
                </a:lnTo>
                <a:lnTo>
                  <a:pt x="8593599" y="838200"/>
                </a:lnTo>
                <a:lnTo>
                  <a:pt x="8586790" y="889000"/>
                </a:lnTo>
                <a:lnTo>
                  <a:pt x="8579675" y="927100"/>
                </a:lnTo>
                <a:lnTo>
                  <a:pt x="8572257" y="977900"/>
                </a:lnTo>
                <a:lnTo>
                  <a:pt x="8564536" y="1028700"/>
                </a:lnTo>
                <a:lnTo>
                  <a:pt x="8556513" y="1066800"/>
                </a:lnTo>
                <a:lnTo>
                  <a:pt x="8548189" y="1117600"/>
                </a:lnTo>
                <a:lnTo>
                  <a:pt x="8539566" y="1168400"/>
                </a:lnTo>
                <a:lnTo>
                  <a:pt x="8530644" y="1206500"/>
                </a:lnTo>
                <a:lnTo>
                  <a:pt x="8521425" y="1257300"/>
                </a:lnTo>
                <a:lnTo>
                  <a:pt x="8511909" y="1295400"/>
                </a:lnTo>
                <a:lnTo>
                  <a:pt x="8502098" y="1346200"/>
                </a:lnTo>
                <a:lnTo>
                  <a:pt x="8491992" y="1397000"/>
                </a:lnTo>
                <a:lnTo>
                  <a:pt x="8481593" y="1435100"/>
                </a:lnTo>
                <a:lnTo>
                  <a:pt x="8470902" y="1485900"/>
                </a:lnTo>
                <a:lnTo>
                  <a:pt x="8459919" y="1524000"/>
                </a:lnTo>
                <a:lnTo>
                  <a:pt x="8448647" y="1574800"/>
                </a:lnTo>
                <a:lnTo>
                  <a:pt x="8437085" y="1612900"/>
                </a:lnTo>
                <a:lnTo>
                  <a:pt x="8425235" y="1663700"/>
                </a:lnTo>
                <a:lnTo>
                  <a:pt x="8413099" y="1701800"/>
                </a:lnTo>
                <a:lnTo>
                  <a:pt x="8400676" y="1752600"/>
                </a:lnTo>
                <a:lnTo>
                  <a:pt x="8387968" y="1790700"/>
                </a:lnTo>
                <a:lnTo>
                  <a:pt x="8374977" y="1841500"/>
                </a:lnTo>
                <a:lnTo>
                  <a:pt x="8361702" y="1879600"/>
                </a:lnTo>
                <a:lnTo>
                  <a:pt x="8348146" y="1930400"/>
                </a:lnTo>
                <a:lnTo>
                  <a:pt x="8334309" y="1968500"/>
                </a:lnTo>
                <a:lnTo>
                  <a:pt x="8320193" y="2019300"/>
                </a:lnTo>
                <a:lnTo>
                  <a:pt x="8305798" y="2057400"/>
                </a:lnTo>
                <a:lnTo>
                  <a:pt x="8291125" y="2095500"/>
                </a:lnTo>
                <a:lnTo>
                  <a:pt x="8276176" y="2146300"/>
                </a:lnTo>
                <a:lnTo>
                  <a:pt x="8260952" y="2184400"/>
                </a:lnTo>
                <a:lnTo>
                  <a:pt x="8245453" y="2235200"/>
                </a:lnTo>
                <a:lnTo>
                  <a:pt x="8229681" y="2273300"/>
                </a:lnTo>
                <a:lnTo>
                  <a:pt x="8213636" y="2311400"/>
                </a:lnTo>
                <a:lnTo>
                  <a:pt x="8197320" y="2362200"/>
                </a:lnTo>
                <a:lnTo>
                  <a:pt x="8180734" y="2400300"/>
                </a:lnTo>
                <a:lnTo>
                  <a:pt x="8163879" y="2438400"/>
                </a:lnTo>
                <a:lnTo>
                  <a:pt x="8146756" y="2489200"/>
                </a:lnTo>
                <a:lnTo>
                  <a:pt x="8129366" y="2527300"/>
                </a:lnTo>
                <a:lnTo>
                  <a:pt x="8111710" y="2565400"/>
                </a:lnTo>
                <a:lnTo>
                  <a:pt x="8093789" y="2616200"/>
                </a:lnTo>
                <a:lnTo>
                  <a:pt x="8075604" y="2654300"/>
                </a:lnTo>
                <a:lnTo>
                  <a:pt x="8057156" y="2692400"/>
                </a:lnTo>
                <a:lnTo>
                  <a:pt x="8038446" y="2730500"/>
                </a:lnTo>
                <a:lnTo>
                  <a:pt x="8019476" y="2781300"/>
                </a:lnTo>
                <a:lnTo>
                  <a:pt x="8000246" y="2819400"/>
                </a:lnTo>
                <a:lnTo>
                  <a:pt x="7980758" y="2857500"/>
                </a:lnTo>
                <a:lnTo>
                  <a:pt x="7961012" y="2895600"/>
                </a:lnTo>
                <a:lnTo>
                  <a:pt x="7941009" y="2933700"/>
                </a:lnTo>
                <a:lnTo>
                  <a:pt x="7920751" y="2984500"/>
                </a:lnTo>
                <a:lnTo>
                  <a:pt x="7900239" y="3022600"/>
                </a:lnTo>
                <a:lnTo>
                  <a:pt x="7879473" y="3060700"/>
                </a:lnTo>
                <a:lnTo>
                  <a:pt x="7858455" y="3098800"/>
                </a:lnTo>
                <a:lnTo>
                  <a:pt x="7837185" y="3136900"/>
                </a:lnTo>
                <a:lnTo>
                  <a:pt x="7815666" y="3175000"/>
                </a:lnTo>
                <a:lnTo>
                  <a:pt x="7793897" y="3225800"/>
                </a:lnTo>
                <a:lnTo>
                  <a:pt x="7771880" y="3263900"/>
                </a:lnTo>
                <a:lnTo>
                  <a:pt x="7749616" y="3302000"/>
                </a:lnTo>
                <a:lnTo>
                  <a:pt x="7727107" y="3340100"/>
                </a:lnTo>
                <a:lnTo>
                  <a:pt x="7704352" y="3378200"/>
                </a:lnTo>
                <a:lnTo>
                  <a:pt x="7681353" y="3416300"/>
                </a:lnTo>
                <a:lnTo>
                  <a:pt x="7658112" y="3454400"/>
                </a:lnTo>
                <a:lnTo>
                  <a:pt x="7634629" y="3492500"/>
                </a:lnTo>
                <a:lnTo>
                  <a:pt x="7610905" y="3530600"/>
                </a:lnTo>
                <a:lnTo>
                  <a:pt x="7586941" y="3568700"/>
                </a:lnTo>
                <a:lnTo>
                  <a:pt x="7562739" y="3606800"/>
                </a:lnTo>
                <a:lnTo>
                  <a:pt x="7538299" y="3644900"/>
                </a:lnTo>
                <a:lnTo>
                  <a:pt x="7513623" y="3683000"/>
                </a:lnTo>
                <a:lnTo>
                  <a:pt x="7488711" y="3721100"/>
                </a:lnTo>
                <a:lnTo>
                  <a:pt x="7463564" y="3759200"/>
                </a:lnTo>
                <a:lnTo>
                  <a:pt x="7438185" y="3797300"/>
                </a:lnTo>
                <a:lnTo>
                  <a:pt x="7412573" y="3835400"/>
                </a:lnTo>
                <a:lnTo>
                  <a:pt x="7386730" y="3873500"/>
                </a:lnTo>
                <a:lnTo>
                  <a:pt x="7360656" y="3898900"/>
                </a:lnTo>
                <a:lnTo>
                  <a:pt x="7334354" y="3937000"/>
                </a:lnTo>
                <a:lnTo>
                  <a:pt x="7307823" y="3975100"/>
                </a:lnTo>
                <a:lnTo>
                  <a:pt x="7281065" y="4013200"/>
                </a:lnTo>
                <a:lnTo>
                  <a:pt x="7254082" y="4051300"/>
                </a:lnTo>
                <a:lnTo>
                  <a:pt x="7226873" y="4089400"/>
                </a:lnTo>
                <a:lnTo>
                  <a:pt x="7199440" y="4114800"/>
                </a:lnTo>
                <a:lnTo>
                  <a:pt x="7171785" y="4152900"/>
                </a:lnTo>
                <a:lnTo>
                  <a:pt x="7143908" y="4191000"/>
                </a:lnTo>
                <a:lnTo>
                  <a:pt x="7115810" y="4229100"/>
                </a:lnTo>
                <a:lnTo>
                  <a:pt x="7087492" y="4254500"/>
                </a:lnTo>
                <a:lnTo>
                  <a:pt x="7058956" y="4292600"/>
                </a:lnTo>
                <a:lnTo>
                  <a:pt x="7001232" y="4368800"/>
                </a:lnTo>
                <a:lnTo>
                  <a:pt x="6972046" y="4394200"/>
                </a:lnTo>
                <a:lnTo>
                  <a:pt x="6913032" y="4470400"/>
                </a:lnTo>
                <a:lnTo>
                  <a:pt x="6883206" y="4495800"/>
                </a:lnTo>
                <a:lnTo>
                  <a:pt x="6853168" y="4533900"/>
                </a:lnTo>
                <a:lnTo>
                  <a:pt x="6822921" y="4559300"/>
                </a:lnTo>
                <a:lnTo>
                  <a:pt x="6761799" y="4635500"/>
                </a:lnTo>
                <a:lnTo>
                  <a:pt x="6730927" y="4660900"/>
                </a:lnTo>
                <a:lnTo>
                  <a:pt x="6699850" y="4699000"/>
                </a:lnTo>
                <a:lnTo>
                  <a:pt x="6668567" y="4724400"/>
                </a:lnTo>
                <a:lnTo>
                  <a:pt x="6637080" y="4762500"/>
                </a:lnTo>
                <a:lnTo>
                  <a:pt x="6605390" y="4787900"/>
                </a:lnTo>
                <a:lnTo>
                  <a:pt x="6573499" y="4826000"/>
                </a:lnTo>
                <a:lnTo>
                  <a:pt x="6541407" y="4851400"/>
                </a:lnTo>
                <a:lnTo>
                  <a:pt x="6509115" y="4889500"/>
                </a:lnTo>
                <a:lnTo>
                  <a:pt x="6476624" y="4914900"/>
                </a:lnTo>
                <a:lnTo>
                  <a:pt x="6443936" y="4953000"/>
                </a:lnTo>
                <a:lnTo>
                  <a:pt x="6377971" y="5003800"/>
                </a:lnTo>
                <a:lnTo>
                  <a:pt x="6344697" y="5041900"/>
                </a:lnTo>
                <a:lnTo>
                  <a:pt x="6277568" y="5092700"/>
                </a:lnTo>
                <a:lnTo>
                  <a:pt x="6243716" y="5130800"/>
                </a:lnTo>
                <a:lnTo>
                  <a:pt x="6141024" y="5207000"/>
                </a:lnTo>
                <a:lnTo>
                  <a:pt x="6106418" y="5245100"/>
                </a:lnTo>
                <a:lnTo>
                  <a:pt x="6001487" y="5321300"/>
                </a:lnTo>
                <a:lnTo>
                  <a:pt x="5966143" y="5359400"/>
                </a:lnTo>
                <a:lnTo>
                  <a:pt x="5894910" y="5410200"/>
                </a:lnTo>
                <a:lnTo>
                  <a:pt x="5713702" y="5537200"/>
                </a:lnTo>
                <a:lnTo>
                  <a:pt x="5490507" y="5689600"/>
                </a:lnTo>
                <a:lnTo>
                  <a:pt x="5261258" y="5842000"/>
                </a:lnTo>
                <a:lnTo>
                  <a:pt x="5222477" y="5854700"/>
                </a:lnTo>
                <a:lnTo>
                  <a:pt x="5105175" y="5930900"/>
                </a:lnTo>
                <a:lnTo>
                  <a:pt x="5065757" y="5943600"/>
                </a:lnTo>
                <a:lnTo>
                  <a:pt x="4986454" y="5994400"/>
                </a:lnTo>
                <a:lnTo>
                  <a:pt x="4946569" y="6007100"/>
                </a:lnTo>
                <a:lnTo>
                  <a:pt x="4866342" y="6057900"/>
                </a:lnTo>
                <a:lnTo>
                  <a:pt x="4826001" y="6070600"/>
                </a:lnTo>
                <a:lnTo>
                  <a:pt x="4744869" y="6121400"/>
                </a:lnTo>
                <a:lnTo>
                  <a:pt x="4704080" y="6134100"/>
                </a:lnTo>
                <a:lnTo>
                  <a:pt x="4663144" y="6159500"/>
                </a:lnTo>
                <a:lnTo>
                  <a:pt x="4622062" y="6172200"/>
                </a:lnTo>
                <a:lnTo>
                  <a:pt x="4580835" y="6197600"/>
                </a:lnTo>
                <a:lnTo>
                  <a:pt x="4539464" y="6210300"/>
                </a:lnTo>
                <a:lnTo>
                  <a:pt x="4497950" y="6235700"/>
                </a:lnTo>
                <a:lnTo>
                  <a:pt x="4414498" y="6261100"/>
                </a:lnTo>
                <a:lnTo>
                  <a:pt x="4372562" y="6286500"/>
                </a:lnTo>
                <a:lnTo>
                  <a:pt x="4330487" y="6299200"/>
                </a:lnTo>
                <a:lnTo>
                  <a:pt x="4288274" y="6324600"/>
                </a:lnTo>
                <a:lnTo>
                  <a:pt x="4160821" y="6362700"/>
                </a:lnTo>
                <a:lnTo>
                  <a:pt x="4118069" y="6388100"/>
                </a:lnTo>
                <a:lnTo>
                  <a:pt x="3989021" y="6426200"/>
                </a:lnTo>
                <a:lnTo>
                  <a:pt x="3945745" y="6451600"/>
                </a:lnTo>
                <a:lnTo>
                  <a:pt x="3281816" y="6642100"/>
                </a:lnTo>
                <a:lnTo>
                  <a:pt x="3236615" y="6642100"/>
                </a:lnTo>
                <a:lnTo>
                  <a:pt x="3100350" y="6680200"/>
                </a:lnTo>
                <a:lnTo>
                  <a:pt x="3054711" y="6680200"/>
                </a:lnTo>
                <a:lnTo>
                  <a:pt x="2963111" y="6705600"/>
                </a:lnTo>
                <a:lnTo>
                  <a:pt x="2917154" y="6705600"/>
                </a:lnTo>
                <a:lnTo>
                  <a:pt x="2824927" y="6731000"/>
                </a:lnTo>
                <a:lnTo>
                  <a:pt x="2778661" y="6731000"/>
                </a:lnTo>
                <a:lnTo>
                  <a:pt x="2732294" y="6743700"/>
                </a:lnTo>
                <a:lnTo>
                  <a:pt x="2685826" y="6743700"/>
                </a:lnTo>
                <a:lnTo>
                  <a:pt x="2639261" y="6756400"/>
                </a:lnTo>
                <a:lnTo>
                  <a:pt x="2592597" y="6756400"/>
                </a:lnTo>
                <a:lnTo>
                  <a:pt x="2545837" y="6769100"/>
                </a:lnTo>
                <a:lnTo>
                  <a:pt x="2498981" y="6769100"/>
                </a:lnTo>
                <a:lnTo>
                  <a:pt x="2452031" y="6781800"/>
                </a:lnTo>
                <a:lnTo>
                  <a:pt x="2357852" y="6781800"/>
                </a:lnTo>
                <a:lnTo>
                  <a:pt x="2310624" y="6794500"/>
                </a:lnTo>
                <a:lnTo>
                  <a:pt x="2215899" y="6794500"/>
                </a:lnTo>
                <a:lnTo>
                  <a:pt x="2168404" y="6807200"/>
                </a:lnTo>
                <a:lnTo>
                  <a:pt x="1977563" y="6807200"/>
                </a:lnTo>
                <a:lnTo>
                  <a:pt x="1929642" y="6819900"/>
                </a:lnTo>
                <a:lnTo>
                  <a:pt x="10692003" y="6819900"/>
                </a:lnTo>
                <a:lnTo>
                  <a:pt x="10692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7297" y="386365"/>
            <a:ext cx="4219575" cy="11658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915"/>
              </a:spcBef>
            </a:pPr>
            <a:r>
              <a:rPr sz="4050" spc="10" dirty="0">
                <a:solidFill>
                  <a:srgbClr val="FFFFFF"/>
                </a:solidFill>
              </a:rPr>
              <a:t>Presentation  </a:t>
            </a:r>
            <a:r>
              <a:rPr sz="4050" spc="-5" dirty="0">
                <a:solidFill>
                  <a:srgbClr val="FFFFFF"/>
                </a:solidFill>
              </a:rPr>
              <a:t>Title </a:t>
            </a:r>
            <a:r>
              <a:rPr sz="4050" spc="5" dirty="0">
                <a:solidFill>
                  <a:srgbClr val="FFFFFF"/>
                </a:solidFill>
              </a:rPr>
              <a:t>and</a:t>
            </a:r>
            <a:r>
              <a:rPr sz="4050" spc="-45" dirty="0">
                <a:solidFill>
                  <a:srgbClr val="FFFFFF"/>
                </a:solidFill>
              </a:rPr>
              <a:t> </a:t>
            </a:r>
            <a:r>
              <a:rPr sz="4050" spc="5" dirty="0">
                <a:solidFill>
                  <a:srgbClr val="FFFFFF"/>
                </a:solidFill>
              </a:rPr>
              <a:t>Context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540004" y="2063635"/>
            <a:ext cx="320230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Supporting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ethical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conduct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in financial</a:t>
            </a:r>
            <a:r>
              <a:rPr sz="1100" spc="-1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markets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004" y="2525737"/>
            <a:ext cx="1217930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MEMBERSHIP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004" y="2988055"/>
            <a:ext cx="160972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ETHICAL</a:t>
            </a:r>
            <a:r>
              <a:rPr sz="1100" spc="-10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CONDUCT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04" y="3450386"/>
            <a:ext cx="109029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0" dirty="0">
                <a:latin typeface="Arial"/>
                <a:cs typeface="Arial"/>
              </a:rPr>
              <a:t>EDUCATION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11993" y="2346109"/>
            <a:ext cx="180340" cy="5213985"/>
          </a:xfrm>
          <a:custGeom>
            <a:avLst/>
            <a:gdLst/>
            <a:ahLst/>
            <a:cxnLst/>
            <a:rect l="l" t="t" r="r" b="b"/>
            <a:pathLst>
              <a:path w="180340" h="5213984">
                <a:moveTo>
                  <a:pt x="0" y="5213896"/>
                </a:moveTo>
                <a:lnTo>
                  <a:pt x="179997" y="5213896"/>
                </a:lnTo>
                <a:lnTo>
                  <a:pt x="179997" y="0"/>
                </a:lnTo>
                <a:lnTo>
                  <a:pt x="0" y="0"/>
                </a:lnTo>
                <a:lnTo>
                  <a:pt x="0" y="5213896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1993" y="2063597"/>
            <a:ext cx="180340" cy="282575"/>
          </a:xfrm>
          <a:custGeom>
            <a:avLst/>
            <a:gdLst/>
            <a:ahLst/>
            <a:cxnLst/>
            <a:rect l="l" t="t" r="r" b="b"/>
            <a:pathLst>
              <a:path w="180340" h="282575">
                <a:moveTo>
                  <a:pt x="0" y="282486"/>
                </a:moveTo>
                <a:lnTo>
                  <a:pt x="179997" y="282486"/>
                </a:lnTo>
                <a:lnTo>
                  <a:pt x="179997" y="0"/>
                </a:lnTo>
                <a:lnTo>
                  <a:pt x="0" y="0"/>
                </a:lnTo>
                <a:lnTo>
                  <a:pt x="0" y="282486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046" y="6114313"/>
            <a:ext cx="2186952" cy="115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9077998" cy="7559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04"/>
            <a:ext cx="10692130" cy="7556500"/>
          </a:xfrm>
          <a:custGeom>
            <a:avLst/>
            <a:gdLst/>
            <a:ahLst/>
            <a:cxnLst/>
            <a:rect l="l" t="t" r="r" b="b"/>
            <a:pathLst>
              <a:path w="10692130" h="7556500">
                <a:moveTo>
                  <a:pt x="5820" y="6616700"/>
                </a:moveTo>
                <a:lnTo>
                  <a:pt x="0" y="6616700"/>
                </a:lnTo>
                <a:lnTo>
                  <a:pt x="0" y="7556500"/>
                </a:lnTo>
                <a:lnTo>
                  <a:pt x="10692003" y="7556500"/>
                </a:lnTo>
                <a:lnTo>
                  <a:pt x="10692003" y="6819900"/>
                </a:lnTo>
                <a:lnTo>
                  <a:pt x="1448030" y="6819900"/>
                </a:lnTo>
                <a:lnTo>
                  <a:pt x="1400110" y="6807200"/>
                </a:lnTo>
                <a:lnTo>
                  <a:pt x="1209273" y="6807200"/>
                </a:lnTo>
                <a:lnTo>
                  <a:pt x="1161779" y="6794500"/>
                </a:lnTo>
                <a:lnTo>
                  <a:pt x="1067056" y="6794500"/>
                </a:lnTo>
                <a:lnTo>
                  <a:pt x="1019830" y="6781800"/>
                </a:lnTo>
                <a:lnTo>
                  <a:pt x="925652" y="6781800"/>
                </a:lnTo>
                <a:lnTo>
                  <a:pt x="878703" y="6769100"/>
                </a:lnTo>
                <a:lnTo>
                  <a:pt x="831848" y="6769100"/>
                </a:lnTo>
                <a:lnTo>
                  <a:pt x="785089" y="6756400"/>
                </a:lnTo>
                <a:lnTo>
                  <a:pt x="738426" y="6756400"/>
                </a:lnTo>
                <a:lnTo>
                  <a:pt x="691861" y="6743700"/>
                </a:lnTo>
                <a:lnTo>
                  <a:pt x="645395" y="6743700"/>
                </a:lnTo>
                <a:lnTo>
                  <a:pt x="599028" y="6731000"/>
                </a:lnTo>
                <a:lnTo>
                  <a:pt x="552763" y="6731000"/>
                </a:lnTo>
                <a:lnTo>
                  <a:pt x="460538" y="6705600"/>
                </a:lnTo>
                <a:lnTo>
                  <a:pt x="414581" y="6705600"/>
                </a:lnTo>
                <a:lnTo>
                  <a:pt x="322983" y="6680200"/>
                </a:lnTo>
                <a:lnTo>
                  <a:pt x="277344" y="6680200"/>
                </a:lnTo>
                <a:lnTo>
                  <a:pt x="141081" y="6642100"/>
                </a:lnTo>
                <a:lnTo>
                  <a:pt x="95881" y="6642100"/>
                </a:lnTo>
                <a:lnTo>
                  <a:pt x="5820" y="6616700"/>
                </a:lnTo>
                <a:close/>
              </a:path>
              <a:path w="10692130" h="7556500">
                <a:moveTo>
                  <a:pt x="10692003" y="0"/>
                </a:moveTo>
                <a:lnTo>
                  <a:pt x="8662482" y="0"/>
                </a:lnTo>
                <a:lnTo>
                  <a:pt x="8661695" y="38100"/>
                </a:lnTo>
                <a:lnTo>
                  <a:pt x="8660229" y="88900"/>
                </a:lnTo>
                <a:lnTo>
                  <a:pt x="8658441" y="127000"/>
                </a:lnTo>
                <a:lnTo>
                  <a:pt x="8656331" y="177800"/>
                </a:lnTo>
                <a:lnTo>
                  <a:pt x="8653900" y="228600"/>
                </a:lnTo>
                <a:lnTo>
                  <a:pt x="8651150" y="279400"/>
                </a:lnTo>
                <a:lnTo>
                  <a:pt x="8648081" y="317500"/>
                </a:lnTo>
                <a:lnTo>
                  <a:pt x="8644695" y="368300"/>
                </a:lnTo>
                <a:lnTo>
                  <a:pt x="8640992" y="419100"/>
                </a:lnTo>
                <a:lnTo>
                  <a:pt x="8636974" y="469900"/>
                </a:lnTo>
                <a:lnTo>
                  <a:pt x="8632641" y="508000"/>
                </a:lnTo>
                <a:lnTo>
                  <a:pt x="8627995" y="558800"/>
                </a:lnTo>
                <a:lnTo>
                  <a:pt x="8623037" y="609600"/>
                </a:lnTo>
                <a:lnTo>
                  <a:pt x="8617768" y="647700"/>
                </a:lnTo>
                <a:lnTo>
                  <a:pt x="8612188" y="698500"/>
                </a:lnTo>
                <a:lnTo>
                  <a:pt x="8606300" y="749300"/>
                </a:lnTo>
                <a:lnTo>
                  <a:pt x="8600103" y="787400"/>
                </a:lnTo>
                <a:lnTo>
                  <a:pt x="8593599" y="838200"/>
                </a:lnTo>
                <a:lnTo>
                  <a:pt x="8586790" y="889000"/>
                </a:lnTo>
                <a:lnTo>
                  <a:pt x="8579675" y="927100"/>
                </a:lnTo>
                <a:lnTo>
                  <a:pt x="8572257" y="977900"/>
                </a:lnTo>
                <a:lnTo>
                  <a:pt x="8564536" y="1028700"/>
                </a:lnTo>
                <a:lnTo>
                  <a:pt x="8556513" y="1066800"/>
                </a:lnTo>
                <a:lnTo>
                  <a:pt x="8548189" y="1117600"/>
                </a:lnTo>
                <a:lnTo>
                  <a:pt x="8539566" y="1168400"/>
                </a:lnTo>
                <a:lnTo>
                  <a:pt x="8530644" y="1206500"/>
                </a:lnTo>
                <a:lnTo>
                  <a:pt x="8521425" y="1257300"/>
                </a:lnTo>
                <a:lnTo>
                  <a:pt x="8511909" y="1295400"/>
                </a:lnTo>
                <a:lnTo>
                  <a:pt x="8502098" y="1346200"/>
                </a:lnTo>
                <a:lnTo>
                  <a:pt x="8491992" y="1397000"/>
                </a:lnTo>
                <a:lnTo>
                  <a:pt x="8481593" y="1435100"/>
                </a:lnTo>
                <a:lnTo>
                  <a:pt x="8470902" y="1485900"/>
                </a:lnTo>
                <a:lnTo>
                  <a:pt x="8459919" y="1524000"/>
                </a:lnTo>
                <a:lnTo>
                  <a:pt x="8448647" y="1574800"/>
                </a:lnTo>
                <a:lnTo>
                  <a:pt x="8437085" y="1612900"/>
                </a:lnTo>
                <a:lnTo>
                  <a:pt x="8425235" y="1663700"/>
                </a:lnTo>
                <a:lnTo>
                  <a:pt x="8413099" y="1701800"/>
                </a:lnTo>
                <a:lnTo>
                  <a:pt x="8400676" y="1752600"/>
                </a:lnTo>
                <a:lnTo>
                  <a:pt x="8387968" y="1790700"/>
                </a:lnTo>
                <a:lnTo>
                  <a:pt x="8374977" y="1841500"/>
                </a:lnTo>
                <a:lnTo>
                  <a:pt x="8361702" y="1879600"/>
                </a:lnTo>
                <a:lnTo>
                  <a:pt x="8348146" y="1930400"/>
                </a:lnTo>
                <a:lnTo>
                  <a:pt x="8334309" y="1968500"/>
                </a:lnTo>
                <a:lnTo>
                  <a:pt x="8320193" y="2019300"/>
                </a:lnTo>
                <a:lnTo>
                  <a:pt x="8305798" y="2057400"/>
                </a:lnTo>
                <a:lnTo>
                  <a:pt x="8291125" y="2095500"/>
                </a:lnTo>
                <a:lnTo>
                  <a:pt x="8276176" y="2146300"/>
                </a:lnTo>
                <a:lnTo>
                  <a:pt x="8260952" y="2184400"/>
                </a:lnTo>
                <a:lnTo>
                  <a:pt x="8245453" y="2235200"/>
                </a:lnTo>
                <a:lnTo>
                  <a:pt x="8229681" y="2273300"/>
                </a:lnTo>
                <a:lnTo>
                  <a:pt x="8213636" y="2311400"/>
                </a:lnTo>
                <a:lnTo>
                  <a:pt x="8197320" y="2362200"/>
                </a:lnTo>
                <a:lnTo>
                  <a:pt x="8180734" y="2400300"/>
                </a:lnTo>
                <a:lnTo>
                  <a:pt x="8163879" y="2438400"/>
                </a:lnTo>
                <a:lnTo>
                  <a:pt x="8146756" y="2489200"/>
                </a:lnTo>
                <a:lnTo>
                  <a:pt x="8129366" y="2527300"/>
                </a:lnTo>
                <a:lnTo>
                  <a:pt x="8111710" y="2565400"/>
                </a:lnTo>
                <a:lnTo>
                  <a:pt x="8093789" y="2616200"/>
                </a:lnTo>
                <a:lnTo>
                  <a:pt x="8075604" y="2654300"/>
                </a:lnTo>
                <a:lnTo>
                  <a:pt x="8057156" y="2692400"/>
                </a:lnTo>
                <a:lnTo>
                  <a:pt x="8038446" y="2730500"/>
                </a:lnTo>
                <a:lnTo>
                  <a:pt x="8019476" y="2781300"/>
                </a:lnTo>
                <a:lnTo>
                  <a:pt x="8000246" y="2819400"/>
                </a:lnTo>
                <a:lnTo>
                  <a:pt x="7980758" y="2857500"/>
                </a:lnTo>
                <a:lnTo>
                  <a:pt x="7961012" y="2895600"/>
                </a:lnTo>
                <a:lnTo>
                  <a:pt x="7941009" y="2933700"/>
                </a:lnTo>
                <a:lnTo>
                  <a:pt x="7920751" y="2984500"/>
                </a:lnTo>
                <a:lnTo>
                  <a:pt x="7900239" y="3022600"/>
                </a:lnTo>
                <a:lnTo>
                  <a:pt x="7879473" y="3060700"/>
                </a:lnTo>
                <a:lnTo>
                  <a:pt x="7858455" y="3098800"/>
                </a:lnTo>
                <a:lnTo>
                  <a:pt x="7837185" y="3136900"/>
                </a:lnTo>
                <a:lnTo>
                  <a:pt x="7815666" y="3175000"/>
                </a:lnTo>
                <a:lnTo>
                  <a:pt x="7793897" y="3225800"/>
                </a:lnTo>
                <a:lnTo>
                  <a:pt x="7771880" y="3263900"/>
                </a:lnTo>
                <a:lnTo>
                  <a:pt x="7749616" y="3302000"/>
                </a:lnTo>
                <a:lnTo>
                  <a:pt x="7727107" y="3340100"/>
                </a:lnTo>
                <a:lnTo>
                  <a:pt x="7704352" y="3378200"/>
                </a:lnTo>
                <a:lnTo>
                  <a:pt x="7681353" y="3416300"/>
                </a:lnTo>
                <a:lnTo>
                  <a:pt x="7658112" y="3454400"/>
                </a:lnTo>
                <a:lnTo>
                  <a:pt x="7634629" y="3492500"/>
                </a:lnTo>
                <a:lnTo>
                  <a:pt x="7610905" y="3530600"/>
                </a:lnTo>
                <a:lnTo>
                  <a:pt x="7586941" y="3568700"/>
                </a:lnTo>
                <a:lnTo>
                  <a:pt x="7562739" y="3606800"/>
                </a:lnTo>
                <a:lnTo>
                  <a:pt x="7538299" y="3644900"/>
                </a:lnTo>
                <a:lnTo>
                  <a:pt x="7513623" y="3683000"/>
                </a:lnTo>
                <a:lnTo>
                  <a:pt x="7488711" y="3721100"/>
                </a:lnTo>
                <a:lnTo>
                  <a:pt x="7463564" y="3759200"/>
                </a:lnTo>
                <a:lnTo>
                  <a:pt x="7438185" y="3797300"/>
                </a:lnTo>
                <a:lnTo>
                  <a:pt x="7412573" y="3835400"/>
                </a:lnTo>
                <a:lnTo>
                  <a:pt x="7386730" y="3873500"/>
                </a:lnTo>
                <a:lnTo>
                  <a:pt x="7360656" y="3898900"/>
                </a:lnTo>
                <a:lnTo>
                  <a:pt x="7334354" y="3937000"/>
                </a:lnTo>
                <a:lnTo>
                  <a:pt x="7307823" y="3975100"/>
                </a:lnTo>
                <a:lnTo>
                  <a:pt x="7281065" y="4013200"/>
                </a:lnTo>
                <a:lnTo>
                  <a:pt x="7254082" y="4051300"/>
                </a:lnTo>
                <a:lnTo>
                  <a:pt x="7226873" y="4089400"/>
                </a:lnTo>
                <a:lnTo>
                  <a:pt x="7199440" y="4114800"/>
                </a:lnTo>
                <a:lnTo>
                  <a:pt x="7171785" y="4152900"/>
                </a:lnTo>
                <a:lnTo>
                  <a:pt x="7143908" y="4191000"/>
                </a:lnTo>
                <a:lnTo>
                  <a:pt x="7115810" y="4229100"/>
                </a:lnTo>
                <a:lnTo>
                  <a:pt x="7087492" y="4254500"/>
                </a:lnTo>
                <a:lnTo>
                  <a:pt x="7058956" y="4292600"/>
                </a:lnTo>
                <a:lnTo>
                  <a:pt x="7001232" y="4368800"/>
                </a:lnTo>
                <a:lnTo>
                  <a:pt x="6972046" y="4394200"/>
                </a:lnTo>
                <a:lnTo>
                  <a:pt x="6913032" y="4470400"/>
                </a:lnTo>
                <a:lnTo>
                  <a:pt x="6883206" y="4495800"/>
                </a:lnTo>
                <a:lnTo>
                  <a:pt x="6853168" y="4533900"/>
                </a:lnTo>
                <a:lnTo>
                  <a:pt x="6822921" y="4559300"/>
                </a:lnTo>
                <a:lnTo>
                  <a:pt x="6761799" y="4635500"/>
                </a:lnTo>
                <a:lnTo>
                  <a:pt x="6730927" y="4660900"/>
                </a:lnTo>
                <a:lnTo>
                  <a:pt x="6699850" y="4699000"/>
                </a:lnTo>
                <a:lnTo>
                  <a:pt x="6668567" y="4724400"/>
                </a:lnTo>
                <a:lnTo>
                  <a:pt x="6637080" y="4762500"/>
                </a:lnTo>
                <a:lnTo>
                  <a:pt x="6605390" y="4787900"/>
                </a:lnTo>
                <a:lnTo>
                  <a:pt x="6573499" y="4826000"/>
                </a:lnTo>
                <a:lnTo>
                  <a:pt x="6541407" y="4851400"/>
                </a:lnTo>
                <a:lnTo>
                  <a:pt x="6509115" y="4889500"/>
                </a:lnTo>
                <a:lnTo>
                  <a:pt x="6476624" y="4914900"/>
                </a:lnTo>
                <a:lnTo>
                  <a:pt x="6443936" y="4953000"/>
                </a:lnTo>
                <a:lnTo>
                  <a:pt x="6377971" y="5003800"/>
                </a:lnTo>
                <a:lnTo>
                  <a:pt x="6344697" y="5041900"/>
                </a:lnTo>
                <a:lnTo>
                  <a:pt x="6277568" y="5092700"/>
                </a:lnTo>
                <a:lnTo>
                  <a:pt x="6243716" y="5130800"/>
                </a:lnTo>
                <a:lnTo>
                  <a:pt x="6141024" y="5207000"/>
                </a:lnTo>
                <a:lnTo>
                  <a:pt x="6106418" y="5245100"/>
                </a:lnTo>
                <a:lnTo>
                  <a:pt x="6001487" y="5321300"/>
                </a:lnTo>
                <a:lnTo>
                  <a:pt x="5966143" y="5359400"/>
                </a:lnTo>
                <a:lnTo>
                  <a:pt x="5894910" y="5410200"/>
                </a:lnTo>
                <a:lnTo>
                  <a:pt x="5713702" y="5537200"/>
                </a:lnTo>
                <a:lnTo>
                  <a:pt x="5490507" y="5689600"/>
                </a:lnTo>
                <a:lnTo>
                  <a:pt x="5261258" y="5842000"/>
                </a:lnTo>
                <a:lnTo>
                  <a:pt x="5222477" y="5854700"/>
                </a:lnTo>
                <a:lnTo>
                  <a:pt x="5105175" y="5930900"/>
                </a:lnTo>
                <a:lnTo>
                  <a:pt x="5065757" y="5943600"/>
                </a:lnTo>
                <a:lnTo>
                  <a:pt x="4986454" y="5994400"/>
                </a:lnTo>
                <a:lnTo>
                  <a:pt x="4946569" y="6007100"/>
                </a:lnTo>
                <a:lnTo>
                  <a:pt x="4866342" y="6057900"/>
                </a:lnTo>
                <a:lnTo>
                  <a:pt x="4826001" y="6070600"/>
                </a:lnTo>
                <a:lnTo>
                  <a:pt x="4744869" y="6121400"/>
                </a:lnTo>
                <a:lnTo>
                  <a:pt x="4704080" y="6134100"/>
                </a:lnTo>
                <a:lnTo>
                  <a:pt x="4663144" y="6159500"/>
                </a:lnTo>
                <a:lnTo>
                  <a:pt x="4622062" y="6172200"/>
                </a:lnTo>
                <a:lnTo>
                  <a:pt x="4580835" y="6197600"/>
                </a:lnTo>
                <a:lnTo>
                  <a:pt x="4539464" y="6210300"/>
                </a:lnTo>
                <a:lnTo>
                  <a:pt x="4497950" y="6235700"/>
                </a:lnTo>
                <a:lnTo>
                  <a:pt x="4414498" y="6261100"/>
                </a:lnTo>
                <a:lnTo>
                  <a:pt x="4372562" y="6286500"/>
                </a:lnTo>
                <a:lnTo>
                  <a:pt x="4330487" y="6299200"/>
                </a:lnTo>
                <a:lnTo>
                  <a:pt x="4288274" y="6324600"/>
                </a:lnTo>
                <a:lnTo>
                  <a:pt x="4160821" y="6362700"/>
                </a:lnTo>
                <a:lnTo>
                  <a:pt x="4118069" y="6388100"/>
                </a:lnTo>
                <a:lnTo>
                  <a:pt x="3989021" y="6426200"/>
                </a:lnTo>
                <a:lnTo>
                  <a:pt x="3945745" y="6451600"/>
                </a:lnTo>
                <a:lnTo>
                  <a:pt x="3281816" y="6642100"/>
                </a:lnTo>
                <a:lnTo>
                  <a:pt x="3236615" y="6642100"/>
                </a:lnTo>
                <a:lnTo>
                  <a:pt x="3100350" y="6680200"/>
                </a:lnTo>
                <a:lnTo>
                  <a:pt x="3054711" y="6680200"/>
                </a:lnTo>
                <a:lnTo>
                  <a:pt x="2963111" y="6705600"/>
                </a:lnTo>
                <a:lnTo>
                  <a:pt x="2917154" y="6705600"/>
                </a:lnTo>
                <a:lnTo>
                  <a:pt x="2824927" y="6731000"/>
                </a:lnTo>
                <a:lnTo>
                  <a:pt x="2778661" y="6731000"/>
                </a:lnTo>
                <a:lnTo>
                  <a:pt x="2732294" y="6743700"/>
                </a:lnTo>
                <a:lnTo>
                  <a:pt x="2685826" y="6743700"/>
                </a:lnTo>
                <a:lnTo>
                  <a:pt x="2639261" y="6756400"/>
                </a:lnTo>
                <a:lnTo>
                  <a:pt x="2592597" y="6756400"/>
                </a:lnTo>
                <a:lnTo>
                  <a:pt x="2545837" y="6769100"/>
                </a:lnTo>
                <a:lnTo>
                  <a:pt x="2498981" y="6769100"/>
                </a:lnTo>
                <a:lnTo>
                  <a:pt x="2452031" y="6781800"/>
                </a:lnTo>
                <a:lnTo>
                  <a:pt x="2357852" y="6781800"/>
                </a:lnTo>
                <a:lnTo>
                  <a:pt x="2310624" y="6794500"/>
                </a:lnTo>
                <a:lnTo>
                  <a:pt x="2215899" y="6794500"/>
                </a:lnTo>
                <a:lnTo>
                  <a:pt x="2168404" y="6807200"/>
                </a:lnTo>
                <a:lnTo>
                  <a:pt x="1977563" y="6807200"/>
                </a:lnTo>
                <a:lnTo>
                  <a:pt x="1929642" y="6819900"/>
                </a:lnTo>
                <a:lnTo>
                  <a:pt x="10692003" y="6819900"/>
                </a:lnTo>
                <a:lnTo>
                  <a:pt x="10692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7297" y="386365"/>
            <a:ext cx="4219575" cy="11658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915"/>
              </a:spcBef>
            </a:pPr>
            <a:r>
              <a:rPr sz="4050" spc="10" dirty="0">
                <a:solidFill>
                  <a:srgbClr val="FFFFFF"/>
                </a:solidFill>
              </a:rPr>
              <a:t>Presentation  </a:t>
            </a:r>
            <a:r>
              <a:rPr sz="4050" spc="-5" dirty="0">
                <a:solidFill>
                  <a:srgbClr val="FFFFFF"/>
                </a:solidFill>
              </a:rPr>
              <a:t>Title </a:t>
            </a:r>
            <a:r>
              <a:rPr sz="4050" spc="5" dirty="0">
                <a:solidFill>
                  <a:srgbClr val="FFFFFF"/>
                </a:solidFill>
              </a:rPr>
              <a:t>and</a:t>
            </a:r>
            <a:r>
              <a:rPr sz="4050" spc="-45" dirty="0">
                <a:solidFill>
                  <a:srgbClr val="FFFFFF"/>
                </a:solidFill>
              </a:rPr>
              <a:t> </a:t>
            </a:r>
            <a:r>
              <a:rPr sz="4050" spc="5" dirty="0">
                <a:solidFill>
                  <a:srgbClr val="FFFFFF"/>
                </a:solidFill>
              </a:rPr>
              <a:t>Context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540004" y="2063635"/>
            <a:ext cx="320230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Supporting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ethical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conduct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in financial</a:t>
            </a:r>
            <a:r>
              <a:rPr sz="1100" spc="-1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markets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004" y="2525737"/>
            <a:ext cx="1217930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MEMBERSHIP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004" y="2988055"/>
            <a:ext cx="160972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ETHICAL</a:t>
            </a:r>
            <a:r>
              <a:rPr sz="1100" spc="-10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CONDUCT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04" y="3450386"/>
            <a:ext cx="109029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0" dirty="0">
                <a:latin typeface="Arial"/>
                <a:cs typeface="Arial"/>
              </a:rPr>
              <a:t>EDUCATION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11993" y="2346109"/>
            <a:ext cx="180340" cy="5213985"/>
          </a:xfrm>
          <a:custGeom>
            <a:avLst/>
            <a:gdLst/>
            <a:ahLst/>
            <a:cxnLst/>
            <a:rect l="l" t="t" r="r" b="b"/>
            <a:pathLst>
              <a:path w="180340" h="5213984">
                <a:moveTo>
                  <a:pt x="0" y="5213896"/>
                </a:moveTo>
                <a:lnTo>
                  <a:pt x="179997" y="5213896"/>
                </a:lnTo>
                <a:lnTo>
                  <a:pt x="179997" y="0"/>
                </a:lnTo>
                <a:lnTo>
                  <a:pt x="0" y="0"/>
                </a:lnTo>
                <a:lnTo>
                  <a:pt x="0" y="5213896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1993" y="2063597"/>
            <a:ext cx="180340" cy="282575"/>
          </a:xfrm>
          <a:custGeom>
            <a:avLst/>
            <a:gdLst/>
            <a:ahLst/>
            <a:cxnLst/>
            <a:rect l="l" t="t" r="r" b="b"/>
            <a:pathLst>
              <a:path w="180340" h="282575">
                <a:moveTo>
                  <a:pt x="0" y="282486"/>
                </a:moveTo>
                <a:lnTo>
                  <a:pt x="179997" y="282486"/>
                </a:lnTo>
                <a:lnTo>
                  <a:pt x="179997" y="0"/>
                </a:lnTo>
                <a:lnTo>
                  <a:pt x="0" y="0"/>
                </a:lnTo>
                <a:lnTo>
                  <a:pt x="0" y="282486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046" y="6114313"/>
            <a:ext cx="2186952" cy="1153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04"/>
            <a:ext cx="10692130" cy="7556500"/>
          </a:xfrm>
          <a:custGeom>
            <a:avLst/>
            <a:gdLst/>
            <a:ahLst/>
            <a:cxnLst/>
            <a:rect l="l" t="t" r="r" b="b"/>
            <a:pathLst>
              <a:path w="10692130" h="7556500">
                <a:moveTo>
                  <a:pt x="5820" y="6616700"/>
                </a:moveTo>
                <a:lnTo>
                  <a:pt x="0" y="6616700"/>
                </a:lnTo>
                <a:lnTo>
                  <a:pt x="0" y="7556500"/>
                </a:lnTo>
                <a:lnTo>
                  <a:pt x="10692003" y="7556500"/>
                </a:lnTo>
                <a:lnTo>
                  <a:pt x="10692003" y="6819900"/>
                </a:lnTo>
                <a:lnTo>
                  <a:pt x="1448030" y="6819900"/>
                </a:lnTo>
                <a:lnTo>
                  <a:pt x="1400110" y="6807200"/>
                </a:lnTo>
                <a:lnTo>
                  <a:pt x="1209273" y="6807200"/>
                </a:lnTo>
                <a:lnTo>
                  <a:pt x="1161779" y="6794500"/>
                </a:lnTo>
                <a:lnTo>
                  <a:pt x="1067056" y="6794500"/>
                </a:lnTo>
                <a:lnTo>
                  <a:pt x="1019830" y="6781800"/>
                </a:lnTo>
                <a:lnTo>
                  <a:pt x="925652" y="6781800"/>
                </a:lnTo>
                <a:lnTo>
                  <a:pt x="878703" y="6769100"/>
                </a:lnTo>
                <a:lnTo>
                  <a:pt x="831848" y="6769100"/>
                </a:lnTo>
                <a:lnTo>
                  <a:pt x="785089" y="6756400"/>
                </a:lnTo>
                <a:lnTo>
                  <a:pt x="738426" y="6756400"/>
                </a:lnTo>
                <a:lnTo>
                  <a:pt x="691861" y="6743700"/>
                </a:lnTo>
                <a:lnTo>
                  <a:pt x="645395" y="6743700"/>
                </a:lnTo>
                <a:lnTo>
                  <a:pt x="599028" y="6731000"/>
                </a:lnTo>
                <a:lnTo>
                  <a:pt x="552763" y="6731000"/>
                </a:lnTo>
                <a:lnTo>
                  <a:pt x="460538" y="6705600"/>
                </a:lnTo>
                <a:lnTo>
                  <a:pt x="414581" y="6705600"/>
                </a:lnTo>
                <a:lnTo>
                  <a:pt x="322983" y="6680200"/>
                </a:lnTo>
                <a:lnTo>
                  <a:pt x="277344" y="6680200"/>
                </a:lnTo>
                <a:lnTo>
                  <a:pt x="141081" y="6642100"/>
                </a:lnTo>
                <a:lnTo>
                  <a:pt x="95881" y="6642100"/>
                </a:lnTo>
                <a:lnTo>
                  <a:pt x="5820" y="6616700"/>
                </a:lnTo>
                <a:close/>
              </a:path>
              <a:path w="10692130" h="7556500">
                <a:moveTo>
                  <a:pt x="10692003" y="0"/>
                </a:moveTo>
                <a:lnTo>
                  <a:pt x="8662482" y="0"/>
                </a:lnTo>
                <a:lnTo>
                  <a:pt x="8661695" y="38100"/>
                </a:lnTo>
                <a:lnTo>
                  <a:pt x="8660229" y="88900"/>
                </a:lnTo>
                <a:lnTo>
                  <a:pt x="8658441" y="127000"/>
                </a:lnTo>
                <a:lnTo>
                  <a:pt x="8656331" y="177800"/>
                </a:lnTo>
                <a:lnTo>
                  <a:pt x="8653900" y="228600"/>
                </a:lnTo>
                <a:lnTo>
                  <a:pt x="8651150" y="279400"/>
                </a:lnTo>
                <a:lnTo>
                  <a:pt x="8648081" y="317500"/>
                </a:lnTo>
                <a:lnTo>
                  <a:pt x="8644695" y="368300"/>
                </a:lnTo>
                <a:lnTo>
                  <a:pt x="8640992" y="419100"/>
                </a:lnTo>
                <a:lnTo>
                  <a:pt x="8636974" y="469900"/>
                </a:lnTo>
                <a:lnTo>
                  <a:pt x="8632641" y="508000"/>
                </a:lnTo>
                <a:lnTo>
                  <a:pt x="8627995" y="558800"/>
                </a:lnTo>
                <a:lnTo>
                  <a:pt x="8623037" y="609600"/>
                </a:lnTo>
                <a:lnTo>
                  <a:pt x="8617768" y="647700"/>
                </a:lnTo>
                <a:lnTo>
                  <a:pt x="8612188" y="698500"/>
                </a:lnTo>
                <a:lnTo>
                  <a:pt x="8606300" y="749300"/>
                </a:lnTo>
                <a:lnTo>
                  <a:pt x="8600103" y="787400"/>
                </a:lnTo>
                <a:lnTo>
                  <a:pt x="8593599" y="838200"/>
                </a:lnTo>
                <a:lnTo>
                  <a:pt x="8586790" y="889000"/>
                </a:lnTo>
                <a:lnTo>
                  <a:pt x="8579675" y="927100"/>
                </a:lnTo>
                <a:lnTo>
                  <a:pt x="8572257" y="977900"/>
                </a:lnTo>
                <a:lnTo>
                  <a:pt x="8564536" y="1028700"/>
                </a:lnTo>
                <a:lnTo>
                  <a:pt x="8556513" y="1066800"/>
                </a:lnTo>
                <a:lnTo>
                  <a:pt x="8548189" y="1117600"/>
                </a:lnTo>
                <a:lnTo>
                  <a:pt x="8539566" y="1168400"/>
                </a:lnTo>
                <a:lnTo>
                  <a:pt x="8530644" y="1206500"/>
                </a:lnTo>
                <a:lnTo>
                  <a:pt x="8521425" y="1257300"/>
                </a:lnTo>
                <a:lnTo>
                  <a:pt x="8511909" y="1295400"/>
                </a:lnTo>
                <a:lnTo>
                  <a:pt x="8502098" y="1346200"/>
                </a:lnTo>
                <a:lnTo>
                  <a:pt x="8491992" y="1397000"/>
                </a:lnTo>
                <a:lnTo>
                  <a:pt x="8481593" y="1435100"/>
                </a:lnTo>
                <a:lnTo>
                  <a:pt x="8470902" y="1485900"/>
                </a:lnTo>
                <a:lnTo>
                  <a:pt x="8459919" y="1524000"/>
                </a:lnTo>
                <a:lnTo>
                  <a:pt x="8448647" y="1574800"/>
                </a:lnTo>
                <a:lnTo>
                  <a:pt x="8437085" y="1612900"/>
                </a:lnTo>
                <a:lnTo>
                  <a:pt x="8425235" y="1663700"/>
                </a:lnTo>
                <a:lnTo>
                  <a:pt x="8413099" y="1701800"/>
                </a:lnTo>
                <a:lnTo>
                  <a:pt x="8400676" y="1752600"/>
                </a:lnTo>
                <a:lnTo>
                  <a:pt x="8387968" y="1790700"/>
                </a:lnTo>
                <a:lnTo>
                  <a:pt x="8374977" y="1841500"/>
                </a:lnTo>
                <a:lnTo>
                  <a:pt x="8361702" y="1879600"/>
                </a:lnTo>
                <a:lnTo>
                  <a:pt x="8348146" y="1930400"/>
                </a:lnTo>
                <a:lnTo>
                  <a:pt x="8334309" y="1968500"/>
                </a:lnTo>
                <a:lnTo>
                  <a:pt x="8320193" y="2019300"/>
                </a:lnTo>
                <a:lnTo>
                  <a:pt x="8305798" y="2057400"/>
                </a:lnTo>
                <a:lnTo>
                  <a:pt x="8291125" y="2095500"/>
                </a:lnTo>
                <a:lnTo>
                  <a:pt x="8276176" y="2146300"/>
                </a:lnTo>
                <a:lnTo>
                  <a:pt x="8260952" y="2184400"/>
                </a:lnTo>
                <a:lnTo>
                  <a:pt x="8245453" y="2235200"/>
                </a:lnTo>
                <a:lnTo>
                  <a:pt x="8229681" y="2273300"/>
                </a:lnTo>
                <a:lnTo>
                  <a:pt x="8213636" y="2311400"/>
                </a:lnTo>
                <a:lnTo>
                  <a:pt x="8197320" y="2362200"/>
                </a:lnTo>
                <a:lnTo>
                  <a:pt x="8180734" y="2400300"/>
                </a:lnTo>
                <a:lnTo>
                  <a:pt x="8163879" y="2438400"/>
                </a:lnTo>
                <a:lnTo>
                  <a:pt x="8146756" y="2489200"/>
                </a:lnTo>
                <a:lnTo>
                  <a:pt x="8129366" y="2527300"/>
                </a:lnTo>
                <a:lnTo>
                  <a:pt x="8111710" y="2565400"/>
                </a:lnTo>
                <a:lnTo>
                  <a:pt x="8093789" y="2616200"/>
                </a:lnTo>
                <a:lnTo>
                  <a:pt x="8075604" y="2654300"/>
                </a:lnTo>
                <a:lnTo>
                  <a:pt x="8057156" y="2692400"/>
                </a:lnTo>
                <a:lnTo>
                  <a:pt x="8038446" y="2730500"/>
                </a:lnTo>
                <a:lnTo>
                  <a:pt x="8019476" y="2781300"/>
                </a:lnTo>
                <a:lnTo>
                  <a:pt x="8000246" y="2819400"/>
                </a:lnTo>
                <a:lnTo>
                  <a:pt x="7980758" y="2857500"/>
                </a:lnTo>
                <a:lnTo>
                  <a:pt x="7961012" y="2895600"/>
                </a:lnTo>
                <a:lnTo>
                  <a:pt x="7941009" y="2933700"/>
                </a:lnTo>
                <a:lnTo>
                  <a:pt x="7920751" y="2984500"/>
                </a:lnTo>
                <a:lnTo>
                  <a:pt x="7900239" y="3022600"/>
                </a:lnTo>
                <a:lnTo>
                  <a:pt x="7879473" y="3060700"/>
                </a:lnTo>
                <a:lnTo>
                  <a:pt x="7858455" y="3098800"/>
                </a:lnTo>
                <a:lnTo>
                  <a:pt x="7837185" y="3136900"/>
                </a:lnTo>
                <a:lnTo>
                  <a:pt x="7815666" y="3175000"/>
                </a:lnTo>
                <a:lnTo>
                  <a:pt x="7793897" y="3225800"/>
                </a:lnTo>
                <a:lnTo>
                  <a:pt x="7771880" y="3263900"/>
                </a:lnTo>
                <a:lnTo>
                  <a:pt x="7749616" y="3302000"/>
                </a:lnTo>
                <a:lnTo>
                  <a:pt x="7727107" y="3340100"/>
                </a:lnTo>
                <a:lnTo>
                  <a:pt x="7704352" y="3378200"/>
                </a:lnTo>
                <a:lnTo>
                  <a:pt x="7681353" y="3416300"/>
                </a:lnTo>
                <a:lnTo>
                  <a:pt x="7658112" y="3454400"/>
                </a:lnTo>
                <a:lnTo>
                  <a:pt x="7634629" y="3492500"/>
                </a:lnTo>
                <a:lnTo>
                  <a:pt x="7610905" y="3530600"/>
                </a:lnTo>
                <a:lnTo>
                  <a:pt x="7586941" y="3568700"/>
                </a:lnTo>
                <a:lnTo>
                  <a:pt x="7562739" y="3606800"/>
                </a:lnTo>
                <a:lnTo>
                  <a:pt x="7538299" y="3644900"/>
                </a:lnTo>
                <a:lnTo>
                  <a:pt x="7513623" y="3683000"/>
                </a:lnTo>
                <a:lnTo>
                  <a:pt x="7488711" y="3721100"/>
                </a:lnTo>
                <a:lnTo>
                  <a:pt x="7463564" y="3759200"/>
                </a:lnTo>
                <a:lnTo>
                  <a:pt x="7438185" y="3797300"/>
                </a:lnTo>
                <a:lnTo>
                  <a:pt x="7412573" y="3835400"/>
                </a:lnTo>
                <a:lnTo>
                  <a:pt x="7386730" y="3873500"/>
                </a:lnTo>
                <a:lnTo>
                  <a:pt x="7360656" y="3898900"/>
                </a:lnTo>
                <a:lnTo>
                  <a:pt x="7334354" y="3937000"/>
                </a:lnTo>
                <a:lnTo>
                  <a:pt x="7307823" y="3975100"/>
                </a:lnTo>
                <a:lnTo>
                  <a:pt x="7281065" y="4013200"/>
                </a:lnTo>
                <a:lnTo>
                  <a:pt x="7254082" y="4051300"/>
                </a:lnTo>
                <a:lnTo>
                  <a:pt x="7226873" y="4089400"/>
                </a:lnTo>
                <a:lnTo>
                  <a:pt x="7199440" y="4114800"/>
                </a:lnTo>
                <a:lnTo>
                  <a:pt x="7171785" y="4152900"/>
                </a:lnTo>
                <a:lnTo>
                  <a:pt x="7143908" y="4191000"/>
                </a:lnTo>
                <a:lnTo>
                  <a:pt x="7115810" y="4229100"/>
                </a:lnTo>
                <a:lnTo>
                  <a:pt x="7087492" y="4254500"/>
                </a:lnTo>
                <a:lnTo>
                  <a:pt x="7058956" y="4292600"/>
                </a:lnTo>
                <a:lnTo>
                  <a:pt x="7001232" y="4368800"/>
                </a:lnTo>
                <a:lnTo>
                  <a:pt x="6972046" y="4394200"/>
                </a:lnTo>
                <a:lnTo>
                  <a:pt x="6913032" y="4470400"/>
                </a:lnTo>
                <a:lnTo>
                  <a:pt x="6883206" y="4495800"/>
                </a:lnTo>
                <a:lnTo>
                  <a:pt x="6853168" y="4533900"/>
                </a:lnTo>
                <a:lnTo>
                  <a:pt x="6822921" y="4559300"/>
                </a:lnTo>
                <a:lnTo>
                  <a:pt x="6761799" y="4635500"/>
                </a:lnTo>
                <a:lnTo>
                  <a:pt x="6730927" y="4660900"/>
                </a:lnTo>
                <a:lnTo>
                  <a:pt x="6699850" y="4699000"/>
                </a:lnTo>
                <a:lnTo>
                  <a:pt x="6668567" y="4724400"/>
                </a:lnTo>
                <a:lnTo>
                  <a:pt x="6637080" y="4762500"/>
                </a:lnTo>
                <a:lnTo>
                  <a:pt x="6605390" y="4787900"/>
                </a:lnTo>
                <a:lnTo>
                  <a:pt x="6573499" y="4826000"/>
                </a:lnTo>
                <a:lnTo>
                  <a:pt x="6541407" y="4851400"/>
                </a:lnTo>
                <a:lnTo>
                  <a:pt x="6509115" y="4889500"/>
                </a:lnTo>
                <a:lnTo>
                  <a:pt x="6476624" y="4914900"/>
                </a:lnTo>
                <a:lnTo>
                  <a:pt x="6443936" y="4953000"/>
                </a:lnTo>
                <a:lnTo>
                  <a:pt x="6377971" y="5003800"/>
                </a:lnTo>
                <a:lnTo>
                  <a:pt x="6344697" y="5041900"/>
                </a:lnTo>
                <a:lnTo>
                  <a:pt x="6277568" y="5092700"/>
                </a:lnTo>
                <a:lnTo>
                  <a:pt x="6243716" y="5130800"/>
                </a:lnTo>
                <a:lnTo>
                  <a:pt x="6141024" y="5207000"/>
                </a:lnTo>
                <a:lnTo>
                  <a:pt x="6106418" y="5245100"/>
                </a:lnTo>
                <a:lnTo>
                  <a:pt x="6001487" y="5321300"/>
                </a:lnTo>
                <a:lnTo>
                  <a:pt x="5966143" y="5359400"/>
                </a:lnTo>
                <a:lnTo>
                  <a:pt x="5894910" y="5410200"/>
                </a:lnTo>
                <a:lnTo>
                  <a:pt x="5713702" y="5537200"/>
                </a:lnTo>
                <a:lnTo>
                  <a:pt x="5490507" y="5689600"/>
                </a:lnTo>
                <a:lnTo>
                  <a:pt x="5261258" y="5842000"/>
                </a:lnTo>
                <a:lnTo>
                  <a:pt x="5222477" y="5854700"/>
                </a:lnTo>
                <a:lnTo>
                  <a:pt x="5105175" y="5930900"/>
                </a:lnTo>
                <a:lnTo>
                  <a:pt x="5065757" y="5943600"/>
                </a:lnTo>
                <a:lnTo>
                  <a:pt x="4986454" y="5994400"/>
                </a:lnTo>
                <a:lnTo>
                  <a:pt x="4946569" y="6007100"/>
                </a:lnTo>
                <a:lnTo>
                  <a:pt x="4866342" y="6057900"/>
                </a:lnTo>
                <a:lnTo>
                  <a:pt x="4826001" y="6070600"/>
                </a:lnTo>
                <a:lnTo>
                  <a:pt x="4744869" y="6121400"/>
                </a:lnTo>
                <a:lnTo>
                  <a:pt x="4704080" y="6134100"/>
                </a:lnTo>
                <a:lnTo>
                  <a:pt x="4663144" y="6159500"/>
                </a:lnTo>
                <a:lnTo>
                  <a:pt x="4622062" y="6172200"/>
                </a:lnTo>
                <a:lnTo>
                  <a:pt x="4580835" y="6197600"/>
                </a:lnTo>
                <a:lnTo>
                  <a:pt x="4539464" y="6210300"/>
                </a:lnTo>
                <a:lnTo>
                  <a:pt x="4497950" y="6235700"/>
                </a:lnTo>
                <a:lnTo>
                  <a:pt x="4414498" y="6261100"/>
                </a:lnTo>
                <a:lnTo>
                  <a:pt x="4372562" y="6286500"/>
                </a:lnTo>
                <a:lnTo>
                  <a:pt x="4330487" y="6299200"/>
                </a:lnTo>
                <a:lnTo>
                  <a:pt x="4288274" y="6324600"/>
                </a:lnTo>
                <a:lnTo>
                  <a:pt x="4160821" y="6362700"/>
                </a:lnTo>
                <a:lnTo>
                  <a:pt x="4118069" y="6388100"/>
                </a:lnTo>
                <a:lnTo>
                  <a:pt x="3989021" y="6426200"/>
                </a:lnTo>
                <a:lnTo>
                  <a:pt x="3945745" y="6451600"/>
                </a:lnTo>
                <a:lnTo>
                  <a:pt x="3281816" y="6642100"/>
                </a:lnTo>
                <a:lnTo>
                  <a:pt x="3236615" y="6642100"/>
                </a:lnTo>
                <a:lnTo>
                  <a:pt x="3100350" y="6680200"/>
                </a:lnTo>
                <a:lnTo>
                  <a:pt x="3054711" y="6680200"/>
                </a:lnTo>
                <a:lnTo>
                  <a:pt x="2963111" y="6705600"/>
                </a:lnTo>
                <a:lnTo>
                  <a:pt x="2917154" y="6705600"/>
                </a:lnTo>
                <a:lnTo>
                  <a:pt x="2824927" y="6731000"/>
                </a:lnTo>
                <a:lnTo>
                  <a:pt x="2778661" y="6731000"/>
                </a:lnTo>
                <a:lnTo>
                  <a:pt x="2732294" y="6743700"/>
                </a:lnTo>
                <a:lnTo>
                  <a:pt x="2685826" y="6743700"/>
                </a:lnTo>
                <a:lnTo>
                  <a:pt x="2639261" y="6756400"/>
                </a:lnTo>
                <a:lnTo>
                  <a:pt x="2592597" y="6756400"/>
                </a:lnTo>
                <a:lnTo>
                  <a:pt x="2545837" y="6769100"/>
                </a:lnTo>
                <a:lnTo>
                  <a:pt x="2498981" y="6769100"/>
                </a:lnTo>
                <a:lnTo>
                  <a:pt x="2452031" y="6781800"/>
                </a:lnTo>
                <a:lnTo>
                  <a:pt x="2357852" y="6781800"/>
                </a:lnTo>
                <a:lnTo>
                  <a:pt x="2310624" y="6794500"/>
                </a:lnTo>
                <a:lnTo>
                  <a:pt x="2215899" y="6794500"/>
                </a:lnTo>
                <a:lnTo>
                  <a:pt x="2168404" y="6807200"/>
                </a:lnTo>
                <a:lnTo>
                  <a:pt x="1977563" y="6807200"/>
                </a:lnTo>
                <a:lnTo>
                  <a:pt x="1929642" y="6819900"/>
                </a:lnTo>
                <a:lnTo>
                  <a:pt x="10692003" y="6819900"/>
                </a:lnTo>
                <a:lnTo>
                  <a:pt x="10692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7297" y="386365"/>
            <a:ext cx="4219575" cy="11658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915"/>
              </a:spcBef>
            </a:pPr>
            <a:r>
              <a:rPr sz="4050" spc="10" dirty="0">
                <a:solidFill>
                  <a:srgbClr val="FFFFFF"/>
                </a:solidFill>
              </a:rPr>
              <a:t>Presentation  </a:t>
            </a:r>
            <a:r>
              <a:rPr sz="4050" spc="-5" dirty="0">
                <a:solidFill>
                  <a:srgbClr val="FFFFFF"/>
                </a:solidFill>
              </a:rPr>
              <a:t>Title </a:t>
            </a:r>
            <a:r>
              <a:rPr sz="4050" spc="5" dirty="0">
                <a:solidFill>
                  <a:srgbClr val="FFFFFF"/>
                </a:solidFill>
              </a:rPr>
              <a:t>and</a:t>
            </a:r>
            <a:r>
              <a:rPr sz="4050" spc="-45" dirty="0">
                <a:solidFill>
                  <a:srgbClr val="FFFFFF"/>
                </a:solidFill>
              </a:rPr>
              <a:t> </a:t>
            </a:r>
            <a:r>
              <a:rPr sz="4050" spc="5" dirty="0">
                <a:solidFill>
                  <a:srgbClr val="FFFFFF"/>
                </a:solidFill>
              </a:rPr>
              <a:t>Context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540004" y="2063635"/>
            <a:ext cx="320230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Supporting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ethical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conduct </a:t>
            </a:r>
            <a:r>
              <a:rPr sz="1100" spc="0" dirty="0">
                <a:solidFill>
                  <a:srgbClr val="2C2B57"/>
                </a:solidFill>
                <a:latin typeface="Arial"/>
                <a:cs typeface="Arial"/>
              </a:rPr>
              <a:t>in financial</a:t>
            </a:r>
            <a:r>
              <a:rPr sz="1100" spc="-1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2C2B57"/>
                </a:solidFill>
                <a:latin typeface="Arial"/>
                <a:cs typeface="Arial"/>
              </a:rPr>
              <a:t>markets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004" y="2525737"/>
            <a:ext cx="1217930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MEMBERSHIP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004" y="2988055"/>
            <a:ext cx="160972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latin typeface="Arial"/>
                <a:cs typeface="Arial"/>
              </a:rPr>
              <a:t>ETHICAL</a:t>
            </a:r>
            <a:r>
              <a:rPr sz="1100" spc="-10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CONDUCT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04" y="3450386"/>
            <a:ext cx="1090295" cy="36258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0" dirty="0">
                <a:latin typeface="Arial"/>
                <a:cs typeface="Arial"/>
              </a:rPr>
              <a:t>EDUCATION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11993" y="2346109"/>
            <a:ext cx="180340" cy="5213985"/>
          </a:xfrm>
          <a:custGeom>
            <a:avLst/>
            <a:gdLst/>
            <a:ahLst/>
            <a:cxnLst/>
            <a:rect l="l" t="t" r="r" b="b"/>
            <a:pathLst>
              <a:path w="180340" h="5213984">
                <a:moveTo>
                  <a:pt x="0" y="5213896"/>
                </a:moveTo>
                <a:lnTo>
                  <a:pt x="179997" y="5213896"/>
                </a:lnTo>
                <a:lnTo>
                  <a:pt x="179997" y="0"/>
                </a:lnTo>
                <a:lnTo>
                  <a:pt x="0" y="0"/>
                </a:lnTo>
                <a:lnTo>
                  <a:pt x="0" y="5213896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1993" y="2063597"/>
            <a:ext cx="180340" cy="282575"/>
          </a:xfrm>
          <a:custGeom>
            <a:avLst/>
            <a:gdLst/>
            <a:ahLst/>
            <a:cxnLst/>
            <a:rect l="l" t="t" r="r" b="b"/>
            <a:pathLst>
              <a:path w="180340" h="282575">
                <a:moveTo>
                  <a:pt x="0" y="282486"/>
                </a:moveTo>
                <a:lnTo>
                  <a:pt x="179997" y="282486"/>
                </a:lnTo>
                <a:lnTo>
                  <a:pt x="179997" y="0"/>
                </a:lnTo>
                <a:lnTo>
                  <a:pt x="0" y="0"/>
                </a:lnTo>
                <a:lnTo>
                  <a:pt x="0" y="282486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046" y="6114313"/>
            <a:ext cx="2186952" cy="1153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04"/>
            <a:ext cx="10692130" cy="7556500"/>
          </a:xfrm>
          <a:custGeom>
            <a:avLst/>
            <a:gdLst/>
            <a:ahLst/>
            <a:cxnLst/>
            <a:rect l="l" t="t" r="r" b="b"/>
            <a:pathLst>
              <a:path w="10692130" h="7556500">
                <a:moveTo>
                  <a:pt x="5820" y="6616700"/>
                </a:moveTo>
                <a:lnTo>
                  <a:pt x="0" y="6616700"/>
                </a:lnTo>
                <a:lnTo>
                  <a:pt x="0" y="7556500"/>
                </a:lnTo>
                <a:lnTo>
                  <a:pt x="10692003" y="7556500"/>
                </a:lnTo>
                <a:lnTo>
                  <a:pt x="10692003" y="6819900"/>
                </a:lnTo>
                <a:lnTo>
                  <a:pt x="1448030" y="6819900"/>
                </a:lnTo>
                <a:lnTo>
                  <a:pt x="1400110" y="6807200"/>
                </a:lnTo>
                <a:lnTo>
                  <a:pt x="1209273" y="6807200"/>
                </a:lnTo>
                <a:lnTo>
                  <a:pt x="1161779" y="6794500"/>
                </a:lnTo>
                <a:lnTo>
                  <a:pt x="1067056" y="6794500"/>
                </a:lnTo>
                <a:lnTo>
                  <a:pt x="1019830" y="6781800"/>
                </a:lnTo>
                <a:lnTo>
                  <a:pt x="925652" y="6781800"/>
                </a:lnTo>
                <a:lnTo>
                  <a:pt x="878703" y="6769100"/>
                </a:lnTo>
                <a:lnTo>
                  <a:pt x="831848" y="6769100"/>
                </a:lnTo>
                <a:lnTo>
                  <a:pt x="785089" y="6756400"/>
                </a:lnTo>
                <a:lnTo>
                  <a:pt x="738426" y="6756400"/>
                </a:lnTo>
                <a:lnTo>
                  <a:pt x="691861" y="6743700"/>
                </a:lnTo>
                <a:lnTo>
                  <a:pt x="645395" y="6743700"/>
                </a:lnTo>
                <a:lnTo>
                  <a:pt x="599028" y="6731000"/>
                </a:lnTo>
                <a:lnTo>
                  <a:pt x="552763" y="6731000"/>
                </a:lnTo>
                <a:lnTo>
                  <a:pt x="460538" y="6705600"/>
                </a:lnTo>
                <a:lnTo>
                  <a:pt x="414581" y="6705600"/>
                </a:lnTo>
                <a:lnTo>
                  <a:pt x="322983" y="6680200"/>
                </a:lnTo>
                <a:lnTo>
                  <a:pt x="277344" y="6680200"/>
                </a:lnTo>
                <a:lnTo>
                  <a:pt x="141081" y="6642100"/>
                </a:lnTo>
                <a:lnTo>
                  <a:pt x="95881" y="6642100"/>
                </a:lnTo>
                <a:lnTo>
                  <a:pt x="5820" y="6616700"/>
                </a:lnTo>
                <a:close/>
              </a:path>
              <a:path w="10692130" h="7556500">
                <a:moveTo>
                  <a:pt x="10692003" y="0"/>
                </a:moveTo>
                <a:lnTo>
                  <a:pt x="8662482" y="0"/>
                </a:lnTo>
                <a:lnTo>
                  <a:pt x="8661695" y="38100"/>
                </a:lnTo>
                <a:lnTo>
                  <a:pt x="8660229" y="88900"/>
                </a:lnTo>
                <a:lnTo>
                  <a:pt x="8658441" y="127000"/>
                </a:lnTo>
                <a:lnTo>
                  <a:pt x="8656331" y="177800"/>
                </a:lnTo>
                <a:lnTo>
                  <a:pt x="8653900" y="228600"/>
                </a:lnTo>
                <a:lnTo>
                  <a:pt x="8651150" y="279400"/>
                </a:lnTo>
                <a:lnTo>
                  <a:pt x="8648081" y="317500"/>
                </a:lnTo>
                <a:lnTo>
                  <a:pt x="8644695" y="368300"/>
                </a:lnTo>
                <a:lnTo>
                  <a:pt x="8640992" y="419100"/>
                </a:lnTo>
                <a:lnTo>
                  <a:pt x="8636974" y="469900"/>
                </a:lnTo>
                <a:lnTo>
                  <a:pt x="8632641" y="508000"/>
                </a:lnTo>
                <a:lnTo>
                  <a:pt x="8627995" y="558800"/>
                </a:lnTo>
                <a:lnTo>
                  <a:pt x="8623037" y="609600"/>
                </a:lnTo>
                <a:lnTo>
                  <a:pt x="8617768" y="647700"/>
                </a:lnTo>
                <a:lnTo>
                  <a:pt x="8612188" y="698500"/>
                </a:lnTo>
                <a:lnTo>
                  <a:pt x="8606300" y="749300"/>
                </a:lnTo>
                <a:lnTo>
                  <a:pt x="8600103" y="787400"/>
                </a:lnTo>
                <a:lnTo>
                  <a:pt x="8593599" y="838200"/>
                </a:lnTo>
                <a:lnTo>
                  <a:pt x="8586790" y="889000"/>
                </a:lnTo>
                <a:lnTo>
                  <a:pt x="8579675" y="927100"/>
                </a:lnTo>
                <a:lnTo>
                  <a:pt x="8572257" y="977900"/>
                </a:lnTo>
                <a:lnTo>
                  <a:pt x="8564536" y="1028700"/>
                </a:lnTo>
                <a:lnTo>
                  <a:pt x="8556513" y="1066800"/>
                </a:lnTo>
                <a:lnTo>
                  <a:pt x="8548189" y="1117600"/>
                </a:lnTo>
                <a:lnTo>
                  <a:pt x="8539566" y="1168400"/>
                </a:lnTo>
                <a:lnTo>
                  <a:pt x="8530644" y="1206500"/>
                </a:lnTo>
                <a:lnTo>
                  <a:pt x="8521425" y="1257300"/>
                </a:lnTo>
                <a:lnTo>
                  <a:pt x="8511909" y="1295400"/>
                </a:lnTo>
                <a:lnTo>
                  <a:pt x="8502098" y="1346200"/>
                </a:lnTo>
                <a:lnTo>
                  <a:pt x="8491992" y="1397000"/>
                </a:lnTo>
                <a:lnTo>
                  <a:pt x="8481593" y="1435100"/>
                </a:lnTo>
                <a:lnTo>
                  <a:pt x="8470902" y="1485900"/>
                </a:lnTo>
                <a:lnTo>
                  <a:pt x="8459919" y="1524000"/>
                </a:lnTo>
                <a:lnTo>
                  <a:pt x="8448647" y="1574800"/>
                </a:lnTo>
                <a:lnTo>
                  <a:pt x="8437085" y="1612900"/>
                </a:lnTo>
                <a:lnTo>
                  <a:pt x="8425235" y="1663700"/>
                </a:lnTo>
                <a:lnTo>
                  <a:pt x="8413099" y="1701800"/>
                </a:lnTo>
                <a:lnTo>
                  <a:pt x="8400676" y="1752600"/>
                </a:lnTo>
                <a:lnTo>
                  <a:pt x="8387968" y="1790700"/>
                </a:lnTo>
                <a:lnTo>
                  <a:pt x="8374977" y="1841500"/>
                </a:lnTo>
                <a:lnTo>
                  <a:pt x="8361702" y="1879600"/>
                </a:lnTo>
                <a:lnTo>
                  <a:pt x="8348146" y="1930400"/>
                </a:lnTo>
                <a:lnTo>
                  <a:pt x="8334309" y="1968500"/>
                </a:lnTo>
                <a:lnTo>
                  <a:pt x="8320193" y="2019300"/>
                </a:lnTo>
                <a:lnTo>
                  <a:pt x="8305798" y="2057400"/>
                </a:lnTo>
                <a:lnTo>
                  <a:pt x="8291125" y="2095500"/>
                </a:lnTo>
                <a:lnTo>
                  <a:pt x="8276176" y="2146300"/>
                </a:lnTo>
                <a:lnTo>
                  <a:pt x="8260952" y="2184400"/>
                </a:lnTo>
                <a:lnTo>
                  <a:pt x="8245453" y="2235200"/>
                </a:lnTo>
                <a:lnTo>
                  <a:pt x="8229681" y="2273300"/>
                </a:lnTo>
                <a:lnTo>
                  <a:pt x="8213636" y="2311400"/>
                </a:lnTo>
                <a:lnTo>
                  <a:pt x="8197320" y="2362200"/>
                </a:lnTo>
                <a:lnTo>
                  <a:pt x="8180734" y="2400300"/>
                </a:lnTo>
                <a:lnTo>
                  <a:pt x="8163879" y="2438400"/>
                </a:lnTo>
                <a:lnTo>
                  <a:pt x="8146756" y="2489200"/>
                </a:lnTo>
                <a:lnTo>
                  <a:pt x="8129366" y="2527300"/>
                </a:lnTo>
                <a:lnTo>
                  <a:pt x="8111710" y="2565400"/>
                </a:lnTo>
                <a:lnTo>
                  <a:pt x="8093789" y="2616200"/>
                </a:lnTo>
                <a:lnTo>
                  <a:pt x="8075604" y="2654300"/>
                </a:lnTo>
                <a:lnTo>
                  <a:pt x="8057156" y="2692400"/>
                </a:lnTo>
                <a:lnTo>
                  <a:pt x="8038446" y="2730500"/>
                </a:lnTo>
                <a:lnTo>
                  <a:pt x="8019476" y="2781300"/>
                </a:lnTo>
                <a:lnTo>
                  <a:pt x="8000246" y="2819400"/>
                </a:lnTo>
                <a:lnTo>
                  <a:pt x="7980758" y="2857500"/>
                </a:lnTo>
                <a:lnTo>
                  <a:pt x="7961012" y="2895600"/>
                </a:lnTo>
                <a:lnTo>
                  <a:pt x="7941009" y="2933700"/>
                </a:lnTo>
                <a:lnTo>
                  <a:pt x="7920751" y="2984500"/>
                </a:lnTo>
                <a:lnTo>
                  <a:pt x="7900239" y="3022600"/>
                </a:lnTo>
                <a:lnTo>
                  <a:pt x="7879473" y="3060700"/>
                </a:lnTo>
                <a:lnTo>
                  <a:pt x="7858455" y="3098800"/>
                </a:lnTo>
                <a:lnTo>
                  <a:pt x="7837185" y="3136900"/>
                </a:lnTo>
                <a:lnTo>
                  <a:pt x="7815666" y="3175000"/>
                </a:lnTo>
                <a:lnTo>
                  <a:pt x="7793897" y="3225800"/>
                </a:lnTo>
                <a:lnTo>
                  <a:pt x="7771880" y="3263900"/>
                </a:lnTo>
                <a:lnTo>
                  <a:pt x="7749616" y="3302000"/>
                </a:lnTo>
                <a:lnTo>
                  <a:pt x="7727107" y="3340100"/>
                </a:lnTo>
                <a:lnTo>
                  <a:pt x="7704352" y="3378200"/>
                </a:lnTo>
                <a:lnTo>
                  <a:pt x="7681353" y="3416300"/>
                </a:lnTo>
                <a:lnTo>
                  <a:pt x="7658112" y="3454400"/>
                </a:lnTo>
                <a:lnTo>
                  <a:pt x="7634629" y="3492500"/>
                </a:lnTo>
                <a:lnTo>
                  <a:pt x="7610905" y="3530600"/>
                </a:lnTo>
                <a:lnTo>
                  <a:pt x="7586941" y="3568700"/>
                </a:lnTo>
                <a:lnTo>
                  <a:pt x="7562739" y="3606800"/>
                </a:lnTo>
                <a:lnTo>
                  <a:pt x="7538299" y="3644900"/>
                </a:lnTo>
                <a:lnTo>
                  <a:pt x="7513623" y="3683000"/>
                </a:lnTo>
                <a:lnTo>
                  <a:pt x="7488711" y="3721100"/>
                </a:lnTo>
                <a:lnTo>
                  <a:pt x="7463564" y="3759200"/>
                </a:lnTo>
                <a:lnTo>
                  <a:pt x="7438185" y="3797300"/>
                </a:lnTo>
                <a:lnTo>
                  <a:pt x="7412573" y="3835400"/>
                </a:lnTo>
                <a:lnTo>
                  <a:pt x="7386730" y="3873500"/>
                </a:lnTo>
                <a:lnTo>
                  <a:pt x="7360656" y="3898900"/>
                </a:lnTo>
                <a:lnTo>
                  <a:pt x="7334354" y="3937000"/>
                </a:lnTo>
                <a:lnTo>
                  <a:pt x="7307823" y="3975100"/>
                </a:lnTo>
                <a:lnTo>
                  <a:pt x="7281065" y="4013200"/>
                </a:lnTo>
                <a:lnTo>
                  <a:pt x="7254082" y="4051300"/>
                </a:lnTo>
                <a:lnTo>
                  <a:pt x="7226873" y="4089400"/>
                </a:lnTo>
                <a:lnTo>
                  <a:pt x="7199440" y="4114800"/>
                </a:lnTo>
                <a:lnTo>
                  <a:pt x="7171785" y="4152900"/>
                </a:lnTo>
                <a:lnTo>
                  <a:pt x="7143908" y="4191000"/>
                </a:lnTo>
                <a:lnTo>
                  <a:pt x="7115810" y="4229100"/>
                </a:lnTo>
                <a:lnTo>
                  <a:pt x="7087492" y="4254500"/>
                </a:lnTo>
                <a:lnTo>
                  <a:pt x="7058956" y="4292600"/>
                </a:lnTo>
                <a:lnTo>
                  <a:pt x="7001232" y="4368800"/>
                </a:lnTo>
                <a:lnTo>
                  <a:pt x="6972046" y="4394200"/>
                </a:lnTo>
                <a:lnTo>
                  <a:pt x="6913032" y="4470400"/>
                </a:lnTo>
                <a:lnTo>
                  <a:pt x="6883206" y="4495800"/>
                </a:lnTo>
                <a:lnTo>
                  <a:pt x="6853168" y="4533900"/>
                </a:lnTo>
                <a:lnTo>
                  <a:pt x="6822921" y="4559300"/>
                </a:lnTo>
                <a:lnTo>
                  <a:pt x="6761799" y="4635500"/>
                </a:lnTo>
                <a:lnTo>
                  <a:pt x="6730927" y="4660900"/>
                </a:lnTo>
                <a:lnTo>
                  <a:pt x="6699850" y="4699000"/>
                </a:lnTo>
                <a:lnTo>
                  <a:pt x="6668567" y="4724400"/>
                </a:lnTo>
                <a:lnTo>
                  <a:pt x="6637080" y="4762500"/>
                </a:lnTo>
                <a:lnTo>
                  <a:pt x="6605390" y="4787900"/>
                </a:lnTo>
                <a:lnTo>
                  <a:pt x="6573499" y="4826000"/>
                </a:lnTo>
                <a:lnTo>
                  <a:pt x="6541407" y="4851400"/>
                </a:lnTo>
                <a:lnTo>
                  <a:pt x="6509115" y="4889500"/>
                </a:lnTo>
                <a:lnTo>
                  <a:pt x="6476624" y="4914900"/>
                </a:lnTo>
                <a:lnTo>
                  <a:pt x="6443936" y="4953000"/>
                </a:lnTo>
                <a:lnTo>
                  <a:pt x="6377971" y="5003800"/>
                </a:lnTo>
                <a:lnTo>
                  <a:pt x="6344697" y="5041900"/>
                </a:lnTo>
                <a:lnTo>
                  <a:pt x="6277568" y="5092700"/>
                </a:lnTo>
                <a:lnTo>
                  <a:pt x="6243716" y="5130800"/>
                </a:lnTo>
                <a:lnTo>
                  <a:pt x="6141024" y="5207000"/>
                </a:lnTo>
                <a:lnTo>
                  <a:pt x="6106418" y="5245100"/>
                </a:lnTo>
                <a:lnTo>
                  <a:pt x="6001487" y="5321300"/>
                </a:lnTo>
                <a:lnTo>
                  <a:pt x="5966143" y="5359400"/>
                </a:lnTo>
                <a:lnTo>
                  <a:pt x="5894910" y="5410200"/>
                </a:lnTo>
                <a:lnTo>
                  <a:pt x="5713702" y="5537200"/>
                </a:lnTo>
                <a:lnTo>
                  <a:pt x="5490507" y="5689600"/>
                </a:lnTo>
                <a:lnTo>
                  <a:pt x="5261258" y="5842000"/>
                </a:lnTo>
                <a:lnTo>
                  <a:pt x="5222477" y="5854700"/>
                </a:lnTo>
                <a:lnTo>
                  <a:pt x="5105175" y="5930900"/>
                </a:lnTo>
                <a:lnTo>
                  <a:pt x="5065757" y="5943600"/>
                </a:lnTo>
                <a:lnTo>
                  <a:pt x="4986454" y="5994400"/>
                </a:lnTo>
                <a:lnTo>
                  <a:pt x="4946569" y="6007100"/>
                </a:lnTo>
                <a:lnTo>
                  <a:pt x="4866342" y="6057900"/>
                </a:lnTo>
                <a:lnTo>
                  <a:pt x="4826001" y="6070600"/>
                </a:lnTo>
                <a:lnTo>
                  <a:pt x="4744869" y="6121400"/>
                </a:lnTo>
                <a:lnTo>
                  <a:pt x="4704080" y="6134100"/>
                </a:lnTo>
                <a:lnTo>
                  <a:pt x="4663144" y="6159500"/>
                </a:lnTo>
                <a:lnTo>
                  <a:pt x="4622062" y="6172200"/>
                </a:lnTo>
                <a:lnTo>
                  <a:pt x="4580835" y="6197600"/>
                </a:lnTo>
                <a:lnTo>
                  <a:pt x="4539464" y="6210300"/>
                </a:lnTo>
                <a:lnTo>
                  <a:pt x="4497950" y="6235700"/>
                </a:lnTo>
                <a:lnTo>
                  <a:pt x="4414498" y="6261100"/>
                </a:lnTo>
                <a:lnTo>
                  <a:pt x="4372562" y="6286500"/>
                </a:lnTo>
                <a:lnTo>
                  <a:pt x="4330487" y="6299200"/>
                </a:lnTo>
                <a:lnTo>
                  <a:pt x="4288274" y="6324600"/>
                </a:lnTo>
                <a:lnTo>
                  <a:pt x="4160821" y="6362700"/>
                </a:lnTo>
                <a:lnTo>
                  <a:pt x="4118069" y="6388100"/>
                </a:lnTo>
                <a:lnTo>
                  <a:pt x="3989021" y="6426200"/>
                </a:lnTo>
                <a:lnTo>
                  <a:pt x="3945745" y="6451600"/>
                </a:lnTo>
                <a:lnTo>
                  <a:pt x="3281816" y="6642100"/>
                </a:lnTo>
                <a:lnTo>
                  <a:pt x="3236615" y="6642100"/>
                </a:lnTo>
                <a:lnTo>
                  <a:pt x="3100350" y="6680200"/>
                </a:lnTo>
                <a:lnTo>
                  <a:pt x="3054711" y="6680200"/>
                </a:lnTo>
                <a:lnTo>
                  <a:pt x="2963111" y="6705600"/>
                </a:lnTo>
                <a:lnTo>
                  <a:pt x="2917154" y="6705600"/>
                </a:lnTo>
                <a:lnTo>
                  <a:pt x="2824927" y="6731000"/>
                </a:lnTo>
                <a:lnTo>
                  <a:pt x="2778661" y="6731000"/>
                </a:lnTo>
                <a:lnTo>
                  <a:pt x="2732294" y="6743700"/>
                </a:lnTo>
                <a:lnTo>
                  <a:pt x="2685826" y="6743700"/>
                </a:lnTo>
                <a:lnTo>
                  <a:pt x="2639261" y="6756400"/>
                </a:lnTo>
                <a:lnTo>
                  <a:pt x="2592597" y="6756400"/>
                </a:lnTo>
                <a:lnTo>
                  <a:pt x="2545837" y="6769100"/>
                </a:lnTo>
                <a:lnTo>
                  <a:pt x="2498981" y="6769100"/>
                </a:lnTo>
                <a:lnTo>
                  <a:pt x="2452031" y="6781800"/>
                </a:lnTo>
                <a:lnTo>
                  <a:pt x="2357852" y="6781800"/>
                </a:lnTo>
                <a:lnTo>
                  <a:pt x="2310624" y="6794500"/>
                </a:lnTo>
                <a:lnTo>
                  <a:pt x="2215899" y="6794500"/>
                </a:lnTo>
                <a:lnTo>
                  <a:pt x="2168404" y="6807200"/>
                </a:lnTo>
                <a:lnTo>
                  <a:pt x="1977563" y="6807200"/>
                </a:lnTo>
                <a:lnTo>
                  <a:pt x="1929642" y="6819900"/>
                </a:lnTo>
                <a:lnTo>
                  <a:pt x="10692003" y="6819900"/>
                </a:lnTo>
                <a:lnTo>
                  <a:pt x="10692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7297" y="386365"/>
            <a:ext cx="4219575" cy="11658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915"/>
              </a:spcBef>
            </a:pPr>
            <a:r>
              <a:rPr sz="4050" spc="10" dirty="0"/>
              <a:t>Presentation  </a:t>
            </a:r>
            <a:r>
              <a:rPr sz="4050" spc="-5" dirty="0"/>
              <a:t>Title </a:t>
            </a:r>
            <a:r>
              <a:rPr sz="4050" spc="5" dirty="0"/>
              <a:t>and</a:t>
            </a:r>
            <a:r>
              <a:rPr sz="4050" spc="-45" dirty="0"/>
              <a:t> </a:t>
            </a:r>
            <a:r>
              <a:rPr sz="4050" spc="5" dirty="0"/>
              <a:t>Context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540004" y="2063635"/>
            <a:ext cx="3202305" cy="362585"/>
          </a:xfrm>
          <a:prstGeom prst="rect">
            <a:avLst/>
          </a:prstGeom>
          <a:solidFill>
            <a:srgbClr val="2C2B57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Supporting </a:t>
            </a:r>
            <a:r>
              <a:rPr sz="1100" spc="0" dirty="0">
                <a:solidFill>
                  <a:srgbClr val="FFFFFF"/>
                </a:solidFill>
                <a:latin typeface="Arial"/>
                <a:cs typeface="Arial"/>
              </a:rPr>
              <a:t>ethical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conduct </a:t>
            </a:r>
            <a:r>
              <a:rPr sz="1100" spc="0" dirty="0">
                <a:solidFill>
                  <a:srgbClr val="FFFFFF"/>
                </a:solidFill>
                <a:latin typeface="Arial"/>
                <a:cs typeface="Arial"/>
              </a:rPr>
              <a:t>in financial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markets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004" y="2525737"/>
            <a:ext cx="1217930" cy="362585"/>
          </a:xfrm>
          <a:prstGeom prst="rect">
            <a:avLst/>
          </a:prstGeom>
          <a:solidFill>
            <a:srgbClr val="2C2B57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MEMBERSHIP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004" y="2988055"/>
            <a:ext cx="1609725" cy="362585"/>
          </a:xfrm>
          <a:prstGeom prst="rect">
            <a:avLst/>
          </a:prstGeom>
          <a:solidFill>
            <a:srgbClr val="2C2B57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ETHICAL</a:t>
            </a:r>
            <a:r>
              <a:rPr sz="11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CONDUCT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04" y="3450386"/>
            <a:ext cx="1090295" cy="362585"/>
          </a:xfrm>
          <a:prstGeom prst="rect">
            <a:avLst/>
          </a:prstGeom>
          <a:solidFill>
            <a:srgbClr val="2C2B57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0" dirty="0">
                <a:solidFill>
                  <a:srgbClr val="FFFFFF"/>
                </a:solidFill>
                <a:latin typeface="Arial"/>
                <a:cs typeface="Arial"/>
              </a:rPr>
              <a:t>EDUCATION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11993" y="2346109"/>
            <a:ext cx="180340" cy="5213985"/>
          </a:xfrm>
          <a:custGeom>
            <a:avLst/>
            <a:gdLst/>
            <a:ahLst/>
            <a:cxnLst/>
            <a:rect l="l" t="t" r="r" b="b"/>
            <a:pathLst>
              <a:path w="180340" h="5213984">
                <a:moveTo>
                  <a:pt x="0" y="5213896"/>
                </a:moveTo>
                <a:lnTo>
                  <a:pt x="179997" y="5213896"/>
                </a:lnTo>
                <a:lnTo>
                  <a:pt x="179997" y="0"/>
                </a:lnTo>
                <a:lnTo>
                  <a:pt x="0" y="0"/>
                </a:lnTo>
                <a:lnTo>
                  <a:pt x="0" y="5213896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11993" y="2063597"/>
            <a:ext cx="180340" cy="282575"/>
          </a:xfrm>
          <a:custGeom>
            <a:avLst/>
            <a:gdLst/>
            <a:ahLst/>
            <a:cxnLst/>
            <a:rect l="l" t="t" r="r" b="b"/>
            <a:pathLst>
              <a:path w="180340" h="282575">
                <a:moveTo>
                  <a:pt x="0" y="282486"/>
                </a:moveTo>
                <a:lnTo>
                  <a:pt x="179997" y="282486"/>
                </a:lnTo>
                <a:lnTo>
                  <a:pt x="179997" y="0"/>
                </a:lnTo>
                <a:lnTo>
                  <a:pt x="0" y="0"/>
                </a:lnTo>
                <a:lnTo>
                  <a:pt x="0" y="282486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046" y="6114313"/>
            <a:ext cx="2186952" cy="1153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05"/>
            <a:ext cx="10692130" cy="7556500"/>
          </a:xfrm>
          <a:custGeom>
            <a:avLst/>
            <a:gdLst/>
            <a:ahLst/>
            <a:cxnLst/>
            <a:rect l="l" t="t" r="r" b="b"/>
            <a:pathLst>
              <a:path w="10692130" h="7556500">
                <a:moveTo>
                  <a:pt x="23596" y="5918200"/>
                </a:moveTo>
                <a:lnTo>
                  <a:pt x="0" y="5918200"/>
                </a:lnTo>
                <a:lnTo>
                  <a:pt x="0" y="7556500"/>
                </a:lnTo>
                <a:lnTo>
                  <a:pt x="10692003" y="7556500"/>
                </a:lnTo>
                <a:lnTo>
                  <a:pt x="10692003" y="6286500"/>
                </a:lnTo>
                <a:lnTo>
                  <a:pt x="2140508" y="6286500"/>
                </a:lnTo>
                <a:lnTo>
                  <a:pt x="2092346" y="6273800"/>
                </a:lnTo>
                <a:lnTo>
                  <a:pt x="1805088" y="6273800"/>
                </a:lnTo>
                <a:lnTo>
                  <a:pt x="1757507" y="6261100"/>
                </a:lnTo>
                <a:lnTo>
                  <a:pt x="1662607" y="6261100"/>
                </a:lnTo>
                <a:lnTo>
                  <a:pt x="1615290" y="6248400"/>
                </a:lnTo>
                <a:lnTo>
                  <a:pt x="1520928" y="6248400"/>
                </a:lnTo>
                <a:lnTo>
                  <a:pt x="1473886" y="6235700"/>
                </a:lnTo>
                <a:lnTo>
                  <a:pt x="1426936" y="6235700"/>
                </a:lnTo>
                <a:lnTo>
                  <a:pt x="1380082" y="6223000"/>
                </a:lnTo>
                <a:lnTo>
                  <a:pt x="1286660" y="6223000"/>
                </a:lnTo>
                <a:lnTo>
                  <a:pt x="1193629" y="6197600"/>
                </a:lnTo>
                <a:lnTo>
                  <a:pt x="1147262" y="6197600"/>
                </a:lnTo>
                <a:lnTo>
                  <a:pt x="1100996" y="6184900"/>
                </a:lnTo>
                <a:lnTo>
                  <a:pt x="1054832" y="6184900"/>
                </a:lnTo>
                <a:lnTo>
                  <a:pt x="962814" y="6159500"/>
                </a:lnTo>
                <a:lnTo>
                  <a:pt x="916963" y="6159500"/>
                </a:lnTo>
                <a:lnTo>
                  <a:pt x="825578" y="6134100"/>
                </a:lnTo>
                <a:lnTo>
                  <a:pt x="780047" y="6134100"/>
                </a:lnTo>
                <a:lnTo>
                  <a:pt x="599027" y="6083300"/>
                </a:lnTo>
                <a:lnTo>
                  <a:pt x="554053" y="6083300"/>
                </a:lnTo>
                <a:lnTo>
                  <a:pt x="67127" y="5943600"/>
                </a:lnTo>
                <a:lnTo>
                  <a:pt x="23596" y="5918200"/>
                </a:lnTo>
                <a:close/>
              </a:path>
              <a:path w="10692130" h="7556500">
                <a:moveTo>
                  <a:pt x="10692003" y="0"/>
                </a:moveTo>
                <a:lnTo>
                  <a:pt x="9178122" y="0"/>
                </a:lnTo>
                <a:lnTo>
                  <a:pt x="9176229" y="25400"/>
                </a:lnTo>
                <a:lnTo>
                  <a:pt x="9171271" y="63500"/>
                </a:lnTo>
                <a:lnTo>
                  <a:pt x="9166001" y="114300"/>
                </a:lnTo>
                <a:lnTo>
                  <a:pt x="9160422" y="165100"/>
                </a:lnTo>
                <a:lnTo>
                  <a:pt x="9154533" y="215900"/>
                </a:lnTo>
                <a:lnTo>
                  <a:pt x="9148337" y="254000"/>
                </a:lnTo>
                <a:lnTo>
                  <a:pt x="9141833" y="304800"/>
                </a:lnTo>
                <a:lnTo>
                  <a:pt x="9135023" y="355600"/>
                </a:lnTo>
                <a:lnTo>
                  <a:pt x="9127909" y="393700"/>
                </a:lnTo>
                <a:lnTo>
                  <a:pt x="9120490" y="444500"/>
                </a:lnTo>
                <a:lnTo>
                  <a:pt x="9112769" y="482600"/>
                </a:lnTo>
                <a:lnTo>
                  <a:pt x="9104746" y="533400"/>
                </a:lnTo>
                <a:lnTo>
                  <a:pt x="9096423" y="584200"/>
                </a:lnTo>
                <a:lnTo>
                  <a:pt x="9087799" y="622300"/>
                </a:lnTo>
                <a:lnTo>
                  <a:pt x="9078878" y="673100"/>
                </a:lnTo>
                <a:lnTo>
                  <a:pt x="9069658" y="711200"/>
                </a:lnTo>
                <a:lnTo>
                  <a:pt x="9060143" y="762000"/>
                </a:lnTo>
                <a:lnTo>
                  <a:pt x="9050331" y="812800"/>
                </a:lnTo>
                <a:lnTo>
                  <a:pt x="9040226" y="850900"/>
                </a:lnTo>
                <a:lnTo>
                  <a:pt x="9029827" y="901700"/>
                </a:lnTo>
                <a:lnTo>
                  <a:pt x="9019135" y="939800"/>
                </a:lnTo>
                <a:lnTo>
                  <a:pt x="9008153" y="990600"/>
                </a:lnTo>
                <a:lnTo>
                  <a:pt x="8996880" y="1028700"/>
                </a:lnTo>
                <a:lnTo>
                  <a:pt x="8985319" y="1079500"/>
                </a:lnTo>
                <a:lnTo>
                  <a:pt x="8973469" y="1117600"/>
                </a:lnTo>
                <a:lnTo>
                  <a:pt x="8961332" y="1168400"/>
                </a:lnTo>
                <a:lnTo>
                  <a:pt x="8948909" y="1206500"/>
                </a:lnTo>
                <a:lnTo>
                  <a:pt x="8936202" y="1257300"/>
                </a:lnTo>
                <a:lnTo>
                  <a:pt x="8923210" y="1295400"/>
                </a:lnTo>
                <a:lnTo>
                  <a:pt x="8909936" y="1346200"/>
                </a:lnTo>
                <a:lnTo>
                  <a:pt x="8896380" y="1384300"/>
                </a:lnTo>
                <a:lnTo>
                  <a:pt x="8882543" y="1435100"/>
                </a:lnTo>
                <a:lnTo>
                  <a:pt x="8868426" y="1473200"/>
                </a:lnTo>
                <a:lnTo>
                  <a:pt x="8854031" y="1524000"/>
                </a:lnTo>
                <a:lnTo>
                  <a:pt x="8839359" y="1562100"/>
                </a:lnTo>
                <a:lnTo>
                  <a:pt x="8824410" y="1600200"/>
                </a:lnTo>
                <a:lnTo>
                  <a:pt x="8809185" y="1651000"/>
                </a:lnTo>
                <a:lnTo>
                  <a:pt x="8793686" y="1689100"/>
                </a:lnTo>
                <a:lnTo>
                  <a:pt x="8777914" y="1739900"/>
                </a:lnTo>
                <a:lnTo>
                  <a:pt x="8761870" y="1778000"/>
                </a:lnTo>
                <a:lnTo>
                  <a:pt x="8745554" y="1816100"/>
                </a:lnTo>
                <a:lnTo>
                  <a:pt x="8728968" y="1866900"/>
                </a:lnTo>
                <a:lnTo>
                  <a:pt x="8712113" y="1905000"/>
                </a:lnTo>
                <a:lnTo>
                  <a:pt x="8694990" y="1943100"/>
                </a:lnTo>
                <a:lnTo>
                  <a:pt x="8677599" y="1993900"/>
                </a:lnTo>
                <a:lnTo>
                  <a:pt x="8659943" y="2032000"/>
                </a:lnTo>
                <a:lnTo>
                  <a:pt x="8642022" y="2070100"/>
                </a:lnTo>
                <a:lnTo>
                  <a:pt x="8623837" y="2120900"/>
                </a:lnTo>
                <a:lnTo>
                  <a:pt x="8605390" y="2159000"/>
                </a:lnTo>
                <a:lnTo>
                  <a:pt x="8586680" y="2197100"/>
                </a:lnTo>
                <a:lnTo>
                  <a:pt x="8567710" y="2235200"/>
                </a:lnTo>
                <a:lnTo>
                  <a:pt x="8548480" y="2286000"/>
                </a:lnTo>
                <a:lnTo>
                  <a:pt x="8528991" y="2324100"/>
                </a:lnTo>
                <a:lnTo>
                  <a:pt x="8509245" y="2362200"/>
                </a:lnTo>
                <a:lnTo>
                  <a:pt x="8489243" y="2400300"/>
                </a:lnTo>
                <a:lnTo>
                  <a:pt x="8468985" y="2438400"/>
                </a:lnTo>
                <a:lnTo>
                  <a:pt x="8448472" y="2489200"/>
                </a:lnTo>
                <a:lnTo>
                  <a:pt x="8427706" y="2527300"/>
                </a:lnTo>
                <a:lnTo>
                  <a:pt x="8406688" y="2565400"/>
                </a:lnTo>
                <a:lnTo>
                  <a:pt x="8385419" y="2603500"/>
                </a:lnTo>
                <a:lnTo>
                  <a:pt x="8363899" y="2641600"/>
                </a:lnTo>
                <a:lnTo>
                  <a:pt x="8342131" y="2679700"/>
                </a:lnTo>
                <a:lnTo>
                  <a:pt x="8320114" y="2717800"/>
                </a:lnTo>
                <a:lnTo>
                  <a:pt x="8297850" y="2755900"/>
                </a:lnTo>
                <a:lnTo>
                  <a:pt x="8275340" y="2806700"/>
                </a:lnTo>
                <a:lnTo>
                  <a:pt x="8252586" y="2844800"/>
                </a:lnTo>
                <a:lnTo>
                  <a:pt x="8229587" y="2882900"/>
                </a:lnTo>
                <a:lnTo>
                  <a:pt x="8206345" y="2921000"/>
                </a:lnTo>
                <a:lnTo>
                  <a:pt x="8182862" y="2959100"/>
                </a:lnTo>
                <a:lnTo>
                  <a:pt x="8159138" y="2997200"/>
                </a:lnTo>
                <a:lnTo>
                  <a:pt x="8135175" y="3035300"/>
                </a:lnTo>
                <a:lnTo>
                  <a:pt x="8110972" y="3073400"/>
                </a:lnTo>
                <a:lnTo>
                  <a:pt x="8086532" y="3111500"/>
                </a:lnTo>
                <a:lnTo>
                  <a:pt x="8061856" y="3149600"/>
                </a:lnTo>
                <a:lnTo>
                  <a:pt x="8036944" y="3187700"/>
                </a:lnTo>
                <a:lnTo>
                  <a:pt x="8011798" y="3225800"/>
                </a:lnTo>
                <a:lnTo>
                  <a:pt x="7986418" y="3251200"/>
                </a:lnTo>
                <a:lnTo>
                  <a:pt x="7960806" y="3289300"/>
                </a:lnTo>
                <a:lnTo>
                  <a:pt x="7934963" y="3327400"/>
                </a:lnTo>
                <a:lnTo>
                  <a:pt x="7908890" y="3365500"/>
                </a:lnTo>
                <a:lnTo>
                  <a:pt x="7882587" y="3403600"/>
                </a:lnTo>
                <a:lnTo>
                  <a:pt x="7856057" y="3441700"/>
                </a:lnTo>
                <a:lnTo>
                  <a:pt x="7829299" y="3479800"/>
                </a:lnTo>
                <a:lnTo>
                  <a:pt x="7802315" y="3517900"/>
                </a:lnTo>
                <a:lnTo>
                  <a:pt x="7775107" y="3543300"/>
                </a:lnTo>
                <a:lnTo>
                  <a:pt x="7747674" y="3581400"/>
                </a:lnTo>
                <a:lnTo>
                  <a:pt x="7720019" y="3619500"/>
                </a:lnTo>
                <a:lnTo>
                  <a:pt x="7692141" y="3657600"/>
                </a:lnTo>
                <a:lnTo>
                  <a:pt x="7664043" y="3683000"/>
                </a:lnTo>
                <a:lnTo>
                  <a:pt x="7635726" y="3721100"/>
                </a:lnTo>
                <a:lnTo>
                  <a:pt x="7607189" y="3759200"/>
                </a:lnTo>
                <a:lnTo>
                  <a:pt x="7578436" y="3797300"/>
                </a:lnTo>
                <a:lnTo>
                  <a:pt x="7549465" y="3822700"/>
                </a:lnTo>
                <a:lnTo>
                  <a:pt x="7490879" y="3898900"/>
                </a:lnTo>
                <a:lnTo>
                  <a:pt x="7461265" y="3924300"/>
                </a:lnTo>
                <a:lnTo>
                  <a:pt x="7401402" y="4000500"/>
                </a:lnTo>
                <a:lnTo>
                  <a:pt x="7371154" y="4025900"/>
                </a:lnTo>
                <a:lnTo>
                  <a:pt x="7340698" y="4064000"/>
                </a:lnTo>
                <a:lnTo>
                  <a:pt x="7310033" y="4089400"/>
                </a:lnTo>
                <a:lnTo>
                  <a:pt x="7279161" y="4127500"/>
                </a:lnTo>
                <a:lnTo>
                  <a:pt x="7248083" y="4152900"/>
                </a:lnTo>
                <a:lnTo>
                  <a:pt x="7216800" y="4191000"/>
                </a:lnTo>
                <a:lnTo>
                  <a:pt x="7185314" y="4216400"/>
                </a:lnTo>
                <a:lnTo>
                  <a:pt x="7153624" y="4254500"/>
                </a:lnTo>
                <a:lnTo>
                  <a:pt x="7121732" y="4279900"/>
                </a:lnTo>
                <a:lnTo>
                  <a:pt x="7089640" y="4318000"/>
                </a:lnTo>
                <a:lnTo>
                  <a:pt x="7057348" y="4343400"/>
                </a:lnTo>
                <a:lnTo>
                  <a:pt x="7024858" y="4381500"/>
                </a:lnTo>
                <a:lnTo>
                  <a:pt x="6992170" y="4406900"/>
                </a:lnTo>
                <a:lnTo>
                  <a:pt x="6959285" y="4445000"/>
                </a:lnTo>
                <a:lnTo>
                  <a:pt x="6892930" y="4495800"/>
                </a:lnTo>
                <a:lnTo>
                  <a:pt x="6859462" y="4533900"/>
                </a:lnTo>
                <a:lnTo>
                  <a:pt x="6791950" y="4584700"/>
                </a:lnTo>
                <a:lnTo>
                  <a:pt x="6757908" y="4622800"/>
                </a:lnTo>
                <a:lnTo>
                  <a:pt x="6654652" y="4699000"/>
                </a:lnTo>
                <a:lnTo>
                  <a:pt x="6619859" y="4737100"/>
                </a:lnTo>
                <a:lnTo>
                  <a:pt x="6478851" y="4838700"/>
                </a:lnTo>
                <a:lnTo>
                  <a:pt x="6443144" y="4876800"/>
                </a:lnTo>
                <a:lnTo>
                  <a:pt x="6334950" y="4953000"/>
                </a:lnTo>
                <a:lnTo>
                  <a:pt x="6113823" y="5105400"/>
                </a:lnTo>
                <a:lnTo>
                  <a:pt x="5886566" y="5257800"/>
                </a:lnTo>
                <a:lnTo>
                  <a:pt x="5848110" y="5270500"/>
                </a:lnTo>
                <a:lnTo>
                  <a:pt x="5692668" y="5372100"/>
                </a:lnTo>
                <a:lnTo>
                  <a:pt x="5653408" y="5384800"/>
                </a:lnTo>
                <a:lnTo>
                  <a:pt x="5574417" y="5435600"/>
                </a:lnTo>
                <a:lnTo>
                  <a:pt x="5534687" y="5448300"/>
                </a:lnTo>
                <a:lnTo>
                  <a:pt x="5454766" y="5499100"/>
                </a:lnTo>
                <a:lnTo>
                  <a:pt x="5414576" y="5511800"/>
                </a:lnTo>
                <a:lnTo>
                  <a:pt x="5333743" y="5562600"/>
                </a:lnTo>
                <a:lnTo>
                  <a:pt x="5293102" y="5575300"/>
                </a:lnTo>
                <a:lnTo>
                  <a:pt x="5252314" y="5600700"/>
                </a:lnTo>
                <a:lnTo>
                  <a:pt x="5211378" y="5613400"/>
                </a:lnTo>
                <a:lnTo>
                  <a:pt x="5170296" y="5638800"/>
                </a:lnTo>
                <a:lnTo>
                  <a:pt x="5129069" y="5651500"/>
                </a:lnTo>
                <a:lnTo>
                  <a:pt x="5087698" y="5676900"/>
                </a:lnTo>
                <a:lnTo>
                  <a:pt x="5046184" y="5689600"/>
                </a:lnTo>
                <a:lnTo>
                  <a:pt x="5004528" y="5715000"/>
                </a:lnTo>
                <a:lnTo>
                  <a:pt x="4920796" y="5740400"/>
                </a:lnTo>
                <a:lnTo>
                  <a:pt x="4878721" y="5765800"/>
                </a:lnTo>
                <a:lnTo>
                  <a:pt x="4836508" y="5778500"/>
                </a:lnTo>
                <a:lnTo>
                  <a:pt x="4794159" y="5803900"/>
                </a:lnTo>
                <a:lnTo>
                  <a:pt x="4666302" y="5842000"/>
                </a:lnTo>
                <a:lnTo>
                  <a:pt x="4623417" y="5867400"/>
                </a:lnTo>
                <a:lnTo>
                  <a:pt x="4450575" y="5918200"/>
                </a:lnTo>
                <a:lnTo>
                  <a:pt x="4407043" y="5943600"/>
                </a:lnTo>
                <a:lnTo>
                  <a:pt x="3920112" y="6083300"/>
                </a:lnTo>
                <a:lnTo>
                  <a:pt x="3875137" y="6083300"/>
                </a:lnTo>
                <a:lnTo>
                  <a:pt x="3694115" y="6134100"/>
                </a:lnTo>
                <a:lnTo>
                  <a:pt x="3648584" y="6134100"/>
                </a:lnTo>
                <a:lnTo>
                  <a:pt x="3557198" y="6159500"/>
                </a:lnTo>
                <a:lnTo>
                  <a:pt x="3511345" y="6159500"/>
                </a:lnTo>
                <a:lnTo>
                  <a:pt x="3419326" y="6184900"/>
                </a:lnTo>
                <a:lnTo>
                  <a:pt x="3373161" y="6184900"/>
                </a:lnTo>
                <a:lnTo>
                  <a:pt x="3326895" y="6197600"/>
                </a:lnTo>
                <a:lnTo>
                  <a:pt x="3280527" y="6197600"/>
                </a:lnTo>
                <a:lnTo>
                  <a:pt x="3187494" y="6223000"/>
                </a:lnTo>
                <a:lnTo>
                  <a:pt x="3094071" y="6223000"/>
                </a:lnTo>
                <a:lnTo>
                  <a:pt x="3047215" y="6235700"/>
                </a:lnTo>
                <a:lnTo>
                  <a:pt x="3000265" y="6235700"/>
                </a:lnTo>
                <a:lnTo>
                  <a:pt x="2953221" y="6248400"/>
                </a:lnTo>
                <a:lnTo>
                  <a:pt x="2858858" y="6248400"/>
                </a:lnTo>
                <a:lnTo>
                  <a:pt x="2811540" y="6261100"/>
                </a:lnTo>
                <a:lnTo>
                  <a:pt x="2716638" y="6261100"/>
                </a:lnTo>
                <a:lnTo>
                  <a:pt x="2669056" y="6273800"/>
                </a:lnTo>
                <a:lnTo>
                  <a:pt x="2381790" y="6273800"/>
                </a:lnTo>
                <a:lnTo>
                  <a:pt x="2333627" y="6286500"/>
                </a:lnTo>
                <a:lnTo>
                  <a:pt x="10692003" y="6286500"/>
                </a:lnTo>
                <a:lnTo>
                  <a:pt x="10692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7519" y="3234778"/>
            <a:ext cx="3202305" cy="362585"/>
          </a:xfrm>
          <a:prstGeom prst="rect">
            <a:avLst/>
          </a:prstGeom>
          <a:solidFill>
            <a:srgbClr val="2C2B57"/>
          </a:solidFill>
        </p:spPr>
        <p:txBody>
          <a:bodyPr vert="horz" wrap="square" lIns="0" tIns="9334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Supporting </a:t>
            </a:r>
            <a:r>
              <a:rPr sz="1100" spc="0" dirty="0">
                <a:solidFill>
                  <a:srgbClr val="FFFFFF"/>
                </a:solidFill>
                <a:latin typeface="Arial"/>
                <a:cs typeface="Arial"/>
              </a:rPr>
              <a:t>ethical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conduct </a:t>
            </a:r>
            <a:r>
              <a:rPr sz="1100" spc="0" dirty="0">
                <a:solidFill>
                  <a:srgbClr val="FFFFFF"/>
                </a:solidFill>
                <a:latin typeface="Arial"/>
                <a:cs typeface="Arial"/>
              </a:rPr>
              <a:t>in financial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markets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48010" y="3600018"/>
            <a:ext cx="144145" cy="3960495"/>
          </a:xfrm>
          <a:custGeom>
            <a:avLst/>
            <a:gdLst/>
            <a:ahLst/>
            <a:cxnLst/>
            <a:rect l="l" t="t" r="r" b="b"/>
            <a:pathLst>
              <a:path w="144145" h="3960495">
                <a:moveTo>
                  <a:pt x="0" y="3959987"/>
                </a:moveTo>
                <a:lnTo>
                  <a:pt x="143992" y="3959987"/>
                </a:lnTo>
                <a:lnTo>
                  <a:pt x="143992" y="0"/>
                </a:lnTo>
                <a:lnTo>
                  <a:pt x="0" y="0"/>
                </a:lnTo>
                <a:lnTo>
                  <a:pt x="0" y="3959987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48010" y="3236302"/>
            <a:ext cx="144145" cy="363855"/>
          </a:xfrm>
          <a:custGeom>
            <a:avLst/>
            <a:gdLst/>
            <a:ahLst/>
            <a:cxnLst/>
            <a:rect l="l" t="t" r="r" b="b"/>
            <a:pathLst>
              <a:path w="144145" h="363854">
                <a:moveTo>
                  <a:pt x="0" y="363689"/>
                </a:moveTo>
                <a:lnTo>
                  <a:pt x="143992" y="363689"/>
                </a:lnTo>
                <a:lnTo>
                  <a:pt x="143992" y="0"/>
                </a:lnTo>
                <a:lnTo>
                  <a:pt x="0" y="0"/>
                </a:lnTo>
                <a:lnTo>
                  <a:pt x="0" y="363689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3024" y="686864"/>
            <a:ext cx="6403340" cy="235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 marR="5080" indent="-100965">
              <a:lnSpc>
                <a:spcPct val="100000"/>
              </a:lnSpc>
              <a:spcBef>
                <a:spcPts val="105"/>
              </a:spcBef>
            </a:pPr>
            <a:r>
              <a:rPr sz="3050" i="1" dirty="0">
                <a:latin typeface="Arial-BoldItalicMT"/>
                <a:cs typeface="Arial-BoldItalicMT"/>
              </a:rPr>
              <a:t>“ACI has </a:t>
            </a:r>
            <a:r>
              <a:rPr sz="3050" i="1" spc="-5" dirty="0">
                <a:latin typeface="Arial-BoldItalicMT"/>
                <a:cs typeface="Arial-BoldItalicMT"/>
              </a:rPr>
              <a:t>the authority to suspend,  exclude </a:t>
            </a:r>
            <a:r>
              <a:rPr sz="3050" i="1" dirty="0">
                <a:latin typeface="Arial-BoldItalicMT"/>
                <a:cs typeface="Arial-BoldItalicMT"/>
              </a:rPr>
              <a:t>or </a:t>
            </a:r>
            <a:r>
              <a:rPr sz="3050" i="1" spc="-5" dirty="0">
                <a:latin typeface="Arial-BoldItalicMT"/>
                <a:cs typeface="Arial-BoldItalicMT"/>
              </a:rPr>
              <a:t>take any appropriate  action against [a member] </a:t>
            </a:r>
            <a:r>
              <a:rPr sz="3050" i="1" dirty="0">
                <a:latin typeface="Arial-BoldItalicMT"/>
                <a:cs typeface="Arial-BoldItalicMT"/>
              </a:rPr>
              <a:t>if its  </a:t>
            </a:r>
            <a:r>
              <a:rPr sz="3050" i="1" spc="-5" dirty="0">
                <a:latin typeface="Arial-BoldItalicMT"/>
                <a:cs typeface="Arial-BoldItalicMT"/>
              </a:rPr>
              <a:t>conduct </a:t>
            </a:r>
            <a:r>
              <a:rPr sz="3050" i="1" dirty="0">
                <a:latin typeface="Arial-BoldItalicMT"/>
                <a:cs typeface="Arial-BoldItalicMT"/>
              </a:rPr>
              <a:t>is no longer </a:t>
            </a:r>
            <a:r>
              <a:rPr sz="3050" i="1" spc="-5" dirty="0">
                <a:latin typeface="Arial-BoldItalicMT"/>
                <a:cs typeface="Arial-BoldItalicMT"/>
              </a:rPr>
              <a:t>compatible  </a:t>
            </a:r>
            <a:r>
              <a:rPr sz="3050" i="1" dirty="0">
                <a:latin typeface="Arial-BoldItalicMT"/>
                <a:cs typeface="Arial-BoldItalicMT"/>
              </a:rPr>
              <a:t>with </a:t>
            </a:r>
            <a:r>
              <a:rPr sz="3050" i="1" spc="-5" dirty="0">
                <a:latin typeface="Arial-BoldItalicMT"/>
                <a:cs typeface="Arial-BoldItalicMT"/>
              </a:rPr>
              <a:t>the Model</a:t>
            </a:r>
            <a:r>
              <a:rPr sz="3050" i="1" spc="-50" dirty="0">
                <a:latin typeface="Arial-BoldItalicMT"/>
                <a:cs typeface="Arial-BoldItalicMT"/>
              </a:rPr>
              <a:t> </a:t>
            </a:r>
            <a:r>
              <a:rPr sz="3050" i="1" spc="-5" dirty="0">
                <a:latin typeface="Arial-BoldItalicMT"/>
                <a:cs typeface="Arial-BoldItalicMT"/>
              </a:rPr>
              <a:t>Code”</a:t>
            </a:r>
            <a:endParaRPr sz="3050">
              <a:latin typeface="Arial-BoldItalicMT"/>
              <a:cs typeface="Arial-BoldItalic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0000" y="6828911"/>
            <a:ext cx="9740265" cy="0"/>
          </a:xfrm>
          <a:custGeom>
            <a:avLst/>
            <a:gdLst/>
            <a:ahLst/>
            <a:cxnLst/>
            <a:rect l="l" t="t" r="r" b="b"/>
            <a:pathLst>
              <a:path w="9740265">
                <a:moveTo>
                  <a:pt x="0" y="0"/>
                </a:moveTo>
                <a:lnTo>
                  <a:pt x="9740239" y="0"/>
                </a:lnTo>
              </a:path>
            </a:pathLst>
          </a:custGeom>
          <a:ln w="5486">
            <a:solidFill>
              <a:srgbClr val="2C2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7341" y="6999949"/>
            <a:ext cx="762889" cy="402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4482" y="7104677"/>
            <a:ext cx="230378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2C2B57"/>
                </a:solidFill>
                <a:latin typeface="Arial"/>
                <a:cs typeface="Arial"/>
              </a:rPr>
              <a:t>ACI – The Financial </a:t>
            </a:r>
            <a:r>
              <a:rPr sz="1000" spc="-5" dirty="0">
                <a:solidFill>
                  <a:srgbClr val="2C2B57"/>
                </a:solidFill>
                <a:latin typeface="Arial"/>
                <a:cs typeface="Arial"/>
              </a:rPr>
              <a:t>Markets</a:t>
            </a:r>
            <a:r>
              <a:rPr sz="1000" spc="-17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B57"/>
                </a:solidFill>
                <a:latin typeface="Arial"/>
                <a:cs typeface="Arial"/>
              </a:rPr>
              <a:t>Association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565" y="427005"/>
            <a:ext cx="74707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Education – </a:t>
            </a:r>
            <a:r>
              <a:rPr spc="-5" dirty="0"/>
              <a:t>Accredited CPD</a:t>
            </a:r>
            <a:r>
              <a:rPr spc="-120" dirty="0"/>
              <a:t> </a:t>
            </a:r>
            <a:r>
              <a:rPr dirty="0"/>
              <a:t>qualifications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004" y="1478559"/>
            <a:ext cx="6808470" cy="699135"/>
          </a:xfrm>
          <a:prstGeom prst="rect">
            <a:avLst/>
          </a:prstGeom>
          <a:solidFill>
            <a:srgbClr val="FDC300"/>
          </a:solidFill>
        </p:spPr>
        <p:txBody>
          <a:bodyPr vert="horz" wrap="square" lIns="0" tIns="107314" rIns="0" bIns="0" rtlCol="0">
            <a:spAutoFit/>
          </a:bodyPr>
          <a:lstStyle/>
          <a:p>
            <a:pPr marL="147320" marR="647065" indent="-8255">
              <a:lnSpc>
                <a:spcPts val="1939"/>
              </a:lnSpc>
              <a:spcBef>
                <a:spcPts val="844"/>
              </a:spcBef>
            </a:pPr>
            <a:r>
              <a:rPr sz="1700" i="1" spc="-5" dirty="0">
                <a:solidFill>
                  <a:srgbClr val="2C2B57"/>
                </a:solidFill>
                <a:latin typeface="Arial"/>
                <a:cs typeface="Arial"/>
              </a:rPr>
              <a:t>ACI </a:t>
            </a:r>
            <a:r>
              <a:rPr sz="1700" i="1" spc="-10" dirty="0">
                <a:solidFill>
                  <a:srgbClr val="2C2B57"/>
                </a:solidFill>
                <a:latin typeface="Arial"/>
                <a:cs typeface="Arial"/>
              </a:rPr>
              <a:t>encourages all dealing and operations personnel </a:t>
            </a:r>
            <a:r>
              <a:rPr sz="1700" i="1" spc="-5" dirty="0">
                <a:solidFill>
                  <a:srgbClr val="2C2B57"/>
                </a:solidFill>
                <a:latin typeface="Arial"/>
                <a:cs typeface="Arial"/>
              </a:rPr>
              <a:t>to </a:t>
            </a:r>
            <a:r>
              <a:rPr sz="1700" i="1" spc="-10" dirty="0">
                <a:solidFill>
                  <a:srgbClr val="2C2B57"/>
                </a:solidFill>
                <a:latin typeface="Arial"/>
                <a:cs typeface="Arial"/>
              </a:rPr>
              <a:t>pursue  and maintain appropriate exam qualifications (“licence </a:t>
            </a:r>
            <a:r>
              <a:rPr sz="1700" i="1" spc="-5" dirty="0">
                <a:solidFill>
                  <a:srgbClr val="2C2B57"/>
                </a:solidFill>
                <a:latin typeface="Arial"/>
                <a:cs typeface="Arial"/>
              </a:rPr>
              <a:t>to</a:t>
            </a:r>
            <a:r>
              <a:rPr sz="1700" i="1" spc="8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2C2B57"/>
                </a:solidFill>
                <a:latin typeface="Arial"/>
                <a:cs typeface="Arial"/>
              </a:rPr>
              <a:t>deal”)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200" y="2514003"/>
            <a:ext cx="6351905" cy="2990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5" dirty="0">
                <a:solidFill>
                  <a:srgbClr val="2C2B57"/>
                </a:solidFill>
                <a:latin typeface="Arial"/>
                <a:cs typeface="Arial"/>
              </a:rPr>
              <a:t>Professional exam</a:t>
            </a:r>
            <a:r>
              <a:rPr sz="1550" b="1" spc="-75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b="1" spc="0" dirty="0">
                <a:solidFill>
                  <a:srgbClr val="2C2B57"/>
                </a:solidFill>
                <a:latin typeface="Arial"/>
                <a:cs typeface="Arial"/>
              </a:rPr>
              <a:t>suite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>
              <a:latin typeface="Times New Roman"/>
              <a:cs typeface="Times New Roman"/>
            </a:endParaRPr>
          </a:p>
          <a:p>
            <a:pPr marL="635635" indent="-167005">
              <a:lnSpc>
                <a:spcPct val="100000"/>
              </a:lnSpc>
              <a:buChar char="–"/>
              <a:tabLst>
                <a:tab pos="636270" algn="l"/>
              </a:tabLst>
            </a:pP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‘Licence to deal’ in </a:t>
            </a: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many</a:t>
            </a:r>
            <a:r>
              <a:rPr sz="1550" spc="-13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countries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C2B57"/>
              </a:buClr>
              <a:buFont typeface="Arial"/>
              <a:buChar char="–"/>
            </a:pPr>
            <a:endParaRPr sz="1450">
              <a:latin typeface="Times New Roman"/>
              <a:cs typeface="Times New Roman"/>
            </a:endParaRPr>
          </a:p>
          <a:p>
            <a:pPr marL="635635" indent="-167005">
              <a:lnSpc>
                <a:spcPct val="100000"/>
              </a:lnSpc>
              <a:buChar char="–"/>
              <a:tabLst>
                <a:tab pos="636270" algn="l"/>
              </a:tabLst>
            </a:pP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Globally-recognised, </a:t>
            </a: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portable</a:t>
            </a:r>
            <a:r>
              <a:rPr sz="1550" spc="-2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C2B57"/>
                </a:solidFill>
                <a:latin typeface="Arial"/>
                <a:cs typeface="Arial"/>
              </a:rPr>
              <a:t>qualifications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C2B57"/>
              </a:buClr>
              <a:buFont typeface="Arial"/>
              <a:buChar char="–"/>
            </a:pPr>
            <a:endParaRPr sz="1450">
              <a:latin typeface="Times New Roman"/>
              <a:cs typeface="Times New Roman"/>
            </a:endParaRPr>
          </a:p>
          <a:p>
            <a:pPr marL="624205" indent="-155575">
              <a:lnSpc>
                <a:spcPct val="100000"/>
              </a:lnSpc>
              <a:buChar char="–"/>
              <a:tabLst>
                <a:tab pos="624840" algn="l"/>
              </a:tabLst>
            </a:pP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Accredited </a:t>
            </a: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for Continuous </a:t>
            </a: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Professional</a:t>
            </a:r>
            <a:r>
              <a:rPr sz="1550" spc="-3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Development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C2B57"/>
              </a:buClr>
              <a:buFont typeface="Arial"/>
              <a:buChar char="–"/>
            </a:pPr>
            <a:endParaRPr sz="1450">
              <a:latin typeface="Times New Roman"/>
              <a:cs typeface="Times New Roman"/>
            </a:endParaRPr>
          </a:p>
          <a:p>
            <a:pPr marL="635635" indent="-167005">
              <a:lnSpc>
                <a:spcPct val="100000"/>
              </a:lnSpc>
              <a:buChar char="–"/>
              <a:tabLst>
                <a:tab pos="636270" algn="l"/>
              </a:tabLst>
            </a:pP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Dealing, </a:t>
            </a: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Operations </a:t>
            </a: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and Model </a:t>
            </a: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Code</a:t>
            </a:r>
            <a:r>
              <a:rPr sz="1550" spc="-35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2C2B57"/>
                </a:solidFill>
                <a:latin typeface="Arial"/>
                <a:cs typeface="Arial"/>
              </a:rPr>
              <a:t>coverage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C2B57"/>
              </a:buClr>
              <a:buFont typeface="Arial"/>
              <a:buChar char="–"/>
            </a:pPr>
            <a:endParaRPr sz="1450">
              <a:latin typeface="Times New Roman"/>
              <a:cs typeface="Times New Roman"/>
            </a:endParaRPr>
          </a:p>
          <a:p>
            <a:pPr marL="635635" indent="-167005">
              <a:lnSpc>
                <a:spcPct val="100000"/>
              </a:lnSpc>
              <a:buChar char="–"/>
              <a:tabLst>
                <a:tab pos="636270" algn="l"/>
              </a:tabLst>
            </a:pP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100s sit </a:t>
            </a:r>
            <a:r>
              <a:rPr sz="1550" b="1" spc="0" dirty="0">
                <a:solidFill>
                  <a:srgbClr val="2C2B57"/>
                </a:solidFill>
                <a:latin typeface="Arial"/>
                <a:cs typeface="Arial"/>
              </a:rPr>
              <a:t>ACI Dealing/ACI </a:t>
            </a:r>
            <a:r>
              <a:rPr sz="1550" b="1" spc="5" dirty="0">
                <a:solidFill>
                  <a:srgbClr val="2C2B57"/>
                </a:solidFill>
                <a:latin typeface="Arial"/>
                <a:cs typeface="Arial"/>
              </a:rPr>
              <a:t>Operations </a:t>
            </a:r>
            <a:r>
              <a:rPr sz="1550" b="1" spc="0" dirty="0">
                <a:solidFill>
                  <a:srgbClr val="2C2B57"/>
                </a:solidFill>
                <a:latin typeface="Arial"/>
                <a:cs typeface="Arial"/>
              </a:rPr>
              <a:t>Certificate</a:t>
            </a:r>
            <a:r>
              <a:rPr sz="1550" b="1" spc="-5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annually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C2B57"/>
              </a:buClr>
              <a:buFont typeface="Arial"/>
              <a:buChar char="–"/>
            </a:pPr>
            <a:endParaRPr sz="1450">
              <a:latin typeface="Times New Roman"/>
              <a:cs typeface="Times New Roman"/>
            </a:endParaRPr>
          </a:p>
          <a:p>
            <a:pPr marL="635635" indent="-167005">
              <a:lnSpc>
                <a:spcPct val="100000"/>
              </a:lnSpc>
              <a:buChar char="–"/>
              <a:tabLst>
                <a:tab pos="636270" algn="l"/>
              </a:tabLst>
            </a:pPr>
            <a:r>
              <a:rPr sz="1550" spc="0" dirty="0">
                <a:solidFill>
                  <a:srgbClr val="2C2B57"/>
                </a:solidFill>
                <a:latin typeface="Arial"/>
                <a:cs typeface="Arial"/>
              </a:rPr>
              <a:t>Highest </a:t>
            </a:r>
            <a:r>
              <a:rPr sz="1550" dirty="0">
                <a:solidFill>
                  <a:srgbClr val="2C2B57"/>
                </a:solidFill>
                <a:latin typeface="Arial"/>
                <a:cs typeface="Arial"/>
              </a:rPr>
              <a:t>qualification: </a:t>
            </a:r>
            <a:r>
              <a:rPr sz="1550" b="1" spc="0" dirty="0">
                <a:solidFill>
                  <a:srgbClr val="2C2B57"/>
                </a:solidFill>
                <a:latin typeface="Arial"/>
                <a:cs typeface="Arial"/>
              </a:rPr>
              <a:t>ACI Diploma/ACI Model </a:t>
            </a:r>
            <a:r>
              <a:rPr sz="1550" b="1" spc="5" dirty="0">
                <a:solidFill>
                  <a:srgbClr val="2C2B57"/>
                </a:solidFill>
                <a:latin typeface="Arial"/>
                <a:cs typeface="Arial"/>
              </a:rPr>
              <a:t>Code</a:t>
            </a:r>
            <a:r>
              <a:rPr sz="1550" b="1" spc="5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550" b="1" spc="0" dirty="0">
                <a:solidFill>
                  <a:srgbClr val="2C2B57"/>
                </a:solidFill>
                <a:latin typeface="Arial"/>
                <a:cs typeface="Arial"/>
              </a:rPr>
              <a:t>Certificate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0" y="6828911"/>
            <a:ext cx="9740265" cy="0"/>
          </a:xfrm>
          <a:custGeom>
            <a:avLst/>
            <a:gdLst/>
            <a:ahLst/>
            <a:cxnLst/>
            <a:rect l="l" t="t" r="r" b="b"/>
            <a:pathLst>
              <a:path w="9740265">
                <a:moveTo>
                  <a:pt x="0" y="0"/>
                </a:moveTo>
                <a:lnTo>
                  <a:pt x="9740239" y="0"/>
                </a:lnTo>
              </a:path>
            </a:pathLst>
          </a:custGeom>
          <a:ln w="5486">
            <a:solidFill>
              <a:srgbClr val="2C2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1993" y="2177224"/>
            <a:ext cx="180340" cy="5382895"/>
          </a:xfrm>
          <a:custGeom>
            <a:avLst/>
            <a:gdLst/>
            <a:ahLst/>
            <a:cxnLst/>
            <a:rect l="l" t="t" r="r" b="b"/>
            <a:pathLst>
              <a:path w="180340" h="5382895">
                <a:moveTo>
                  <a:pt x="0" y="5382780"/>
                </a:moveTo>
                <a:lnTo>
                  <a:pt x="179997" y="5382780"/>
                </a:lnTo>
                <a:lnTo>
                  <a:pt x="179997" y="0"/>
                </a:lnTo>
                <a:lnTo>
                  <a:pt x="0" y="0"/>
                </a:lnTo>
                <a:lnTo>
                  <a:pt x="0" y="5382780"/>
                </a:lnTo>
                <a:close/>
              </a:path>
            </a:pathLst>
          </a:custGeom>
          <a:solidFill>
            <a:srgbClr val="2C2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11993" y="1478572"/>
            <a:ext cx="180340" cy="699135"/>
          </a:xfrm>
          <a:custGeom>
            <a:avLst/>
            <a:gdLst/>
            <a:ahLst/>
            <a:cxnLst/>
            <a:rect l="l" t="t" r="r" b="b"/>
            <a:pathLst>
              <a:path w="180340" h="699135">
                <a:moveTo>
                  <a:pt x="0" y="698652"/>
                </a:moveTo>
                <a:lnTo>
                  <a:pt x="179997" y="698652"/>
                </a:lnTo>
                <a:lnTo>
                  <a:pt x="179997" y="0"/>
                </a:lnTo>
                <a:lnTo>
                  <a:pt x="0" y="0"/>
                </a:lnTo>
                <a:lnTo>
                  <a:pt x="0" y="698652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17341" y="6999949"/>
            <a:ext cx="762889" cy="402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4482" y="7104677"/>
            <a:ext cx="230378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2C2B57"/>
                </a:solidFill>
                <a:latin typeface="Arial"/>
                <a:cs typeface="Arial"/>
              </a:rPr>
              <a:t>ACI – The Financial </a:t>
            </a:r>
            <a:r>
              <a:rPr sz="1000" spc="-5" dirty="0">
                <a:solidFill>
                  <a:srgbClr val="2C2B57"/>
                </a:solidFill>
                <a:latin typeface="Arial"/>
                <a:cs typeface="Arial"/>
              </a:rPr>
              <a:t>Markets</a:t>
            </a:r>
            <a:r>
              <a:rPr sz="1000" spc="-170" dirty="0">
                <a:solidFill>
                  <a:srgbClr val="2C2B5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B57"/>
                </a:solidFill>
                <a:latin typeface="Arial"/>
                <a:cs typeface="Arial"/>
              </a:rPr>
              <a:t>Association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185</Words>
  <Application>Microsoft Office PowerPoint</Application>
  <PresentationFormat>Произвольный</PresentationFormat>
  <Paragraphs>44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Arial-BoldItalicMT</vt:lpstr>
      <vt:lpstr>Calibri</vt:lpstr>
      <vt:lpstr>Times New Roman</vt:lpstr>
      <vt:lpstr>Office Theme</vt:lpstr>
      <vt:lpstr>Presentation  Title and Context</vt:lpstr>
      <vt:lpstr>Presentation  Title and Context</vt:lpstr>
      <vt:lpstr>Presentation  Title and Context</vt:lpstr>
      <vt:lpstr>Presentation  Title and Context</vt:lpstr>
      <vt:lpstr>Presentation  Title and Context</vt:lpstr>
      <vt:lpstr>“ACI has the authority to suspend,  exclude or take any appropriate  action against [a member] if its  conduct is no longer compatible  with the Model Code”</vt:lpstr>
      <vt:lpstr>Education – Accredited CPD qualifications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and Context</dc:title>
  <dc:creator>1</dc:creator>
  <cp:lastModifiedBy>RePack by Diakov</cp:lastModifiedBy>
  <cp:revision>1</cp:revision>
  <dcterms:created xsi:type="dcterms:W3CDTF">2017-10-17T12:57:49Z</dcterms:created>
  <dcterms:modified xsi:type="dcterms:W3CDTF">2025-11-30T12:15:35Z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2017-10-17T00:00:00Z</vt:filetime>
  </property>
  <property fmtid="{D5CDD505-2E9C-101B-9397-08002B2CF9AE}" pid="3" name="Creator">
    <vt:lpwstr>Adobe InDesign CC 2017 (Macintosh)</vt:lpwstr>
  </property>
  <property fmtid="{D5CDD505-2E9C-101B-9397-08002B2CF9AE}" pid="4" name="LastSaved">
    <vt:filetime>2017-10-17T00:00:00Z</vt:filetime>
  </property>
</Properties>
</file>